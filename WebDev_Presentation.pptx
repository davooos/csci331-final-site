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6" r:id="rId4"/>
  </p:sldMasterIdLst>
  <p:notesMasterIdLst>
    <p:notesMasterId r:id="rId13"/>
  </p:notesMasterIdLst>
  <p:handoutMasterIdLst>
    <p:handoutMasterId r:id="rId14"/>
  </p:handoutMasterIdLst>
  <p:sldIdLst>
    <p:sldId id="315" r:id="rId5"/>
    <p:sldId id="318" r:id="rId6"/>
    <p:sldId id="266" r:id="rId7"/>
    <p:sldId id="271" r:id="rId8"/>
    <p:sldId id="309" r:id="rId9"/>
    <p:sldId id="316" r:id="rId10"/>
    <p:sldId id="317" r:id="rId11"/>
    <p:sldId id="29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  <p188:author id="{5AA1BD55-57CD-466E-0725-B6CBA11E0D12}" name="Lauren Weldy (ALLEGIS GROUP SERVICES)" initials="LW" userId="S::v-lweldy@microsoft.com::07a2285c-a352-4b96-8658-ecc34365c15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BED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8A107856-5554-42FB-B03E-39F5DBC370BA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480" autoAdjust="0"/>
    <p:restoredTop sz="95481" autoAdjust="0"/>
  </p:normalViewPr>
  <p:slideViewPr>
    <p:cSldViewPr snapToGrid="0">
      <p:cViewPr varScale="1">
        <p:scale>
          <a:sx n="109" d="100"/>
          <a:sy n="109" d="100"/>
        </p:scale>
        <p:origin x="648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3149"/>
    </p:cViewPr>
  </p:sorterViewPr>
  <p:notesViewPr>
    <p:cSldViewPr snapToGrid="0">
      <p:cViewPr>
        <p:scale>
          <a:sx n="1" d="2"/>
          <a:sy n="1" d="2"/>
        </p:scale>
        <p:origin x="2640" y="28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589D207-BE08-4B33-B5B0-5A5A94C951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E58DB9-49DC-495B-A68F-33D105C906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7A1AC4-3AE8-4F87-AAED-904EC6054702}" type="datetimeFigureOut">
              <a:rPr lang="en-US" smtClean="0"/>
              <a:t>12/3/25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66337E-DAD5-442C-9B8F-E10EB7D972C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E3BDF2-02BD-4181-AC28-FD56172CC62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F8A362-CAFC-4987-9A50-47570528395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23749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556653-6123-4FE4-861F-5F9583BF59B0}" type="datetimeFigureOut">
              <a:rPr lang="en-US" smtClean="0"/>
              <a:t>12/3/25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EEB602-95FC-483A-B12D-216A7AD7EA2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5843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6086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DAA02-50A5-9839-6615-38147E98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687398-7BAF-F3D7-3FAD-ABAD0C1C05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99E751-4770-924A-ED77-4DB677B3DB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31F880-6B46-83BD-14A1-D437F3B18C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F282E-55F5-4803-B60F-09BA4600E538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61773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F282E-55F5-4803-B60F-09BA4600E538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74510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F282E-55F5-4803-B60F-09BA4600E538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02838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12682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E3493-D862-4678-924F-A885CA833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04B000-E514-209A-008D-4A2DAC0F3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E32636-2DFE-5BD7-E9F9-587F00F923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18F6BB-FF65-B2F8-80D6-07F3ED6E9D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EB602-95FC-483A-B12D-216A7AD7EA24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15034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BB921-4ED0-265B-2DD5-696DF3867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8A3742-2A02-B487-B474-8400AB58FC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4DBF20-EA72-FD3A-B4EF-7533165408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6B92DF-A672-A12A-E7E4-1FEF535CE2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F282E-55F5-4803-B60F-09BA4600E538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20877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F282E-55F5-4803-B60F-09BA4600E538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06978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ED69555-EE48-4B19-812B-4E1068DBF976}"/>
              </a:ext>
            </a:extLst>
          </p:cNvPr>
          <p:cNvSpPr/>
          <p:nvPr/>
        </p:nvSpPr>
        <p:spPr>
          <a:xfrm>
            <a:off x="7573754" y="0"/>
            <a:ext cx="4618246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Freeform 57">
            <a:extLst>
              <a:ext uri="{FF2B5EF4-FFF2-40B4-BE49-F238E27FC236}">
                <a16:creationId xmlns:a16="http://schemas.microsoft.com/office/drawing/2014/main" id="{57AEB73D-F521-4B19-820F-12DB6BCC8406}"/>
              </a:ext>
            </a:extLst>
          </p:cNvPr>
          <p:cNvSpPr/>
          <p:nvPr/>
        </p:nvSpPr>
        <p:spPr bwMode="auto">
          <a:xfrm>
            <a:off x="4456113" y="31750"/>
            <a:ext cx="0" cy="1588"/>
          </a:xfrm>
          <a:custGeom>
            <a:avLst/>
            <a:gdLst/>
            <a:ahLst/>
            <a:cxnLst/>
            <a:rect l="0" t="0" r="r" b="b"/>
            <a:pathLst>
              <a:path w="2" h="2">
                <a:moveTo>
                  <a:pt x="0" y="0"/>
                </a:moveTo>
                <a:lnTo>
                  <a:pt x="2" y="0"/>
                </a:lnTo>
                <a:lnTo>
                  <a:pt x="0" y="2"/>
                </a:lnTo>
                <a:lnTo>
                  <a:pt x="0" y="0"/>
                </a:lnTo>
                <a:close/>
              </a:path>
            </a:pathLst>
          </a:custGeom>
          <a:solidFill>
            <a:srgbClr val="30466D"/>
          </a:solidFill>
          <a:ln w="0">
            <a:solidFill>
              <a:srgbClr val="30466D"/>
            </a:solidFill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55388" y="863068"/>
            <a:ext cx="6007691" cy="4985916"/>
          </a:xfrm>
        </p:spPr>
        <p:txBody>
          <a:bodyPr anchor="ctr">
            <a:noAutofit/>
          </a:bodyPr>
          <a:lstStyle>
            <a:lvl1pPr algn="l">
              <a:lnSpc>
                <a:spcPct val="125000"/>
              </a:lnSpc>
              <a:defRPr sz="6000" b="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97352" y="863068"/>
            <a:ext cx="3351729" cy="5120069"/>
          </a:xfrm>
        </p:spPr>
        <p:txBody>
          <a:bodyPr anchor="ctr">
            <a:normAutofit/>
          </a:bodyPr>
          <a:lstStyle>
            <a:lvl1pPr marL="0" indent="0" algn="l">
              <a:lnSpc>
                <a:spcPct val="150000"/>
              </a:lnSpc>
              <a:buNone/>
              <a:defRPr sz="2400" b="0" cap="none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72EEBA-3A5D-41CE-8465-A45A0F65674E}"/>
              </a:ext>
            </a:extLst>
          </p:cNvPr>
          <p:cNvSpPr/>
          <p:nvPr/>
        </p:nvSpPr>
        <p:spPr>
          <a:xfrm rot="5400000">
            <a:off x="410121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79F4CF2F-CDFA-4A37-837C-819D5238EA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97353" y="6309360"/>
            <a:ext cx="2151134" cy="457200"/>
          </a:xfrm>
        </p:spPr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CFECE62A-61A4-407D-8F0B-D459CD977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55388" y="6309360"/>
            <a:ext cx="6007691" cy="457200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99FE60A9-FE2A-451F-9244-60FCE7FE9A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3062062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4056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084944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BFD12B6-57DE-4B63-A723-500B050FB7DD}"/>
              </a:ext>
            </a:extLst>
          </p:cNvPr>
          <p:cNvSpPr/>
          <p:nvPr/>
        </p:nvSpPr>
        <p:spPr>
          <a:xfrm>
            <a:off x="0" y="4215384"/>
            <a:ext cx="12192000" cy="2642616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5316" y="1406284"/>
            <a:ext cx="10593694" cy="2597841"/>
          </a:xfrm>
        </p:spPr>
        <p:txBody>
          <a:bodyPr anchor="b">
            <a:normAutofit/>
          </a:bodyPr>
          <a:lstStyle>
            <a:lvl1pPr algn="ctr">
              <a:lnSpc>
                <a:spcPct val="125000"/>
              </a:lnSpc>
              <a:defRPr sz="4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18312" y="4527856"/>
            <a:ext cx="6559018" cy="1570245"/>
          </a:xfrm>
        </p:spPr>
        <p:txBody>
          <a:bodyPr anchor="t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400" b="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F1E2E75-4758-4930-8024-39287C962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8B9949-402C-42C2-9A94-16590FC0C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39D83F6-DAF4-4876-AA41-F246EC970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613A19-DDA2-44F6-9ED4-F87771C684B8}"/>
              </a:ext>
            </a:extLst>
          </p:cNvPr>
          <p:cNvSpPr/>
          <p:nvPr/>
        </p:nvSpPr>
        <p:spPr>
          <a:xfrm>
            <a:off x="0" y="4215384"/>
            <a:ext cx="1218895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53438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5376670" y="705114"/>
            <a:ext cx="6172412" cy="2403846"/>
          </a:xfrm>
        </p:spPr>
        <p:txBody>
          <a:bodyPr anchor="b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76670" y="3749040"/>
            <a:ext cx="6172411" cy="23469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E6B9B5-A5D1-4099-B52B-78F39AB0AFCB}"/>
              </a:ext>
            </a:extLst>
          </p:cNvPr>
          <p:cNvSpPr/>
          <p:nvPr/>
        </p:nvSpPr>
        <p:spPr>
          <a:xfrm rot="10800000">
            <a:off x="4693920" y="3396997"/>
            <a:ext cx="7498080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8758592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76667" y="658999"/>
            <a:ext cx="6166422" cy="457200"/>
          </a:xfrm>
        </p:spPr>
        <p:txBody>
          <a:bodyPr anchor="b">
            <a:normAutofit/>
          </a:bodyPr>
          <a:lstStyle>
            <a:lvl1pPr marL="0" indent="0">
              <a:lnSpc>
                <a:spcPct val="130000"/>
              </a:lnSpc>
              <a:buNone/>
              <a:defRPr sz="1800" b="1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76668" y="1116199"/>
            <a:ext cx="6166422" cy="20621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376668" y="3623098"/>
            <a:ext cx="6166421" cy="457200"/>
          </a:xfrm>
        </p:spPr>
        <p:txBody>
          <a:bodyPr anchor="b">
            <a:normAutofit/>
          </a:bodyPr>
          <a:lstStyle>
            <a:lvl1pPr marL="0" indent="0">
              <a:lnSpc>
                <a:spcPct val="99000"/>
              </a:lnSpc>
              <a:buNone/>
              <a:defRPr lang="en-US" sz="1800" b="1" kern="1200" cap="all" spc="150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30000"/>
              </a:lnSpc>
              <a:spcBef>
                <a:spcPts val="930"/>
              </a:spcBef>
              <a:buFont typeface="Corbel" panose="020B0503020204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376670" y="4102370"/>
            <a:ext cx="6166419" cy="20665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26B370B-8381-431F-9492-0EA120511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A89085-2231-4A9C-B23C-B199A9DD26C5}"/>
              </a:ext>
            </a:extLst>
          </p:cNvPr>
          <p:cNvSpPr/>
          <p:nvPr/>
        </p:nvSpPr>
        <p:spPr>
          <a:xfrm rot="10800000">
            <a:off x="4693920" y="3396997"/>
            <a:ext cx="7498080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15215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CD215-1C45-48A0-8534-39FFE8A7C95A}" type="datetime1">
              <a:rPr lang="en-US" smtClean="0"/>
              <a:t>12/3/25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dirty="0"/>
              <a:t>‹#›</a:t>
            </a:fld>
            <a:endParaRPr lang="en-US" dirty="0"/>
          </a:p>
        </p:txBody>
      </p:sp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94837D5C-EE88-BE2B-5940-6A8E20CAEE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7D6331A-AE6C-3009-DDD4-1671FF7E0F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25689"/>
            <a:ext cx="12192000" cy="520173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D7D28B-DE67-0B99-CDEB-A037FFC56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889696"/>
            <a:ext cx="1070775" cy="50777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B9F3E3-6134-5423-F75E-B36E71A652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6512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B1F677F-A1EC-4CDA-E80E-4B36954651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5851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F1E2C06-C49E-A5AA-07A3-D134EFA3D2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896046"/>
            <a:ext cx="1070775" cy="507771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BA39D8-E4F7-CD36-B80A-49D228C0FC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0"/>
            <a:ext cx="1070775" cy="8256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6F4721-4B2C-0638-8409-054F6738EA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5" y="6027421"/>
            <a:ext cx="1070775" cy="8305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789478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CF41D3-C6B9-4E99-9321-87C4E2168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5BC6EB-07B1-46AF-AC33-E998BC6AA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E3A0C1-6562-4819-9E88-4C1378FD5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8225541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40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CA29BA-0143-49FF-8608-DB1623D99537}"/>
              </a:ext>
            </a:extLst>
          </p:cNvPr>
          <p:cNvSpPr/>
          <p:nvPr/>
        </p:nvSpPr>
        <p:spPr>
          <a:xfrm>
            <a:off x="0" y="0"/>
            <a:ext cx="8248592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53015" y="640079"/>
            <a:ext cx="2796066" cy="2551751"/>
          </a:xfrm>
        </p:spPr>
        <p:txBody>
          <a:bodyPr anchor="b">
            <a:normAutofit/>
          </a:bodyPr>
          <a:lstStyle>
            <a:lvl1pPr algn="l">
              <a:lnSpc>
                <a:spcPct val="135000"/>
              </a:lnSpc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8818" y="640078"/>
            <a:ext cx="6969693" cy="5455921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753015" y="3223803"/>
            <a:ext cx="2796066" cy="2872197"/>
          </a:xfrm>
        </p:spPr>
        <p:txBody>
          <a:bodyPr anchor="t">
            <a:normAutofit/>
          </a:bodyPr>
          <a:lstStyle>
            <a:lvl1pPr marL="0" indent="0">
              <a:spcBef>
                <a:spcPts val="140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010CF18-370D-4E80-AE4C-396FFDFCAE5D}"/>
              </a:ext>
            </a:extLst>
          </p:cNvPr>
          <p:cNvSpPr/>
          <p:nvPr/>
        </p:nvSpPr>
        <p:spPr>
          <a:xfrm rot="5400000">
            <a:off x="485159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5EBFE9C-5A22-4462-9C51-E00C03F55C3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753015" y="6309360"/>
            <a:ext cx="1734207" cy="45720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EBBFF2E-AA66-4B76-9139-CB000B5A4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8818" y="6309360"/>
            <a:ext cx="6993867" cy="457200"/>
          </a:xfr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44F64C4-BF20-4F6B-B650-57C71C828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4140893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40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34996" y="640079"/>
            <a:ext cx="2714085" cy="2695903"/>
          </a:xfrm>
        </p:spPr>
        <p:txBody>
          <a:bodyPr anchor="b">
            <a:noAutofit/>
          </a:bodyPr>
          <a:lstStyle>
            <a:lvl1pPr algn="l">
              <a:lnSpc>
                <a:spcPct val="104000"/>
              </a:lnSpc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248592" cy="6857999"/>
          </a:xfrm>
          <a:solidFill>
            <a:schemeClr val="bg2">
              <a:lumMod val="9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834996" y="3429000"/>
            <a:ext cx="2714085" cy="2508026"/>
          </a:xfrm>
        </p:spPr>
        <p:txBody>
          <a:bodyPr anchor="t">
            <a:normAutofit/>
          </a:bodyPr>
          <a:lstStyle>
            <a:lvl1pPr marL="0" indent="0">
              <a:spcBef>
                <a:spcPts val="140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0949BC8-9ABF-49F6-851C-5DB0B86CA70D}"/>
              </a:ext>
            </a:extLst>
          </p:cNvPr>
          <p:cNvSpPr/>
          <p:nvPr/>
        </p:nvSpPr>
        <p:spPr>
          <a:xfrm rot="5400000">
            <a:off x="485159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E1EE21-E3FA-4D43-B224-C664959637B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34997" y="6309360"/>
            <a:ext cx="1645920" cy="457200"/>
          </a:xfrm>
        </p:spPr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2D7F83-8993-4ED4-9F02-663CC0850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3678B7-E511-4CE1-BEE5-89E959B9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0080" y="6309360"/>
            <a:ext cx="4946592" cy="457200"/>
          </a:xfrm>
        </p:spPr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0631964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5236537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77965" y="507037"/>
            <a:ext cx="1571626" cy="533993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933700" y="524373"/>
            <a:ext cx="5959577" cy="532259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277965" y="6296615"/>
            <a:ext cx="2505996" cy="365125"/>
          </a:xfrm>
        </p:spPr>
        <p:txBody>
          <a:bodyPr/>
          <a:lstStyle/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933699" y="6296615"/>
            <a:ext cx="5959577" cy="365125"/>
          </a:xfr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 rot="5400000">
            <a:off x="8734643" y="2853201"/>
            <a:ext cx="5383267" cy="604269"/>
          </a:xfrm>
        </p:spPr>
        <p:txBody>
          <a:bodyPr/>
          <a:lstStyle>
            <a:lvl1pPr algn="l">
              <a:defRPr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 title="Rule Line">
            <a:extLst>
              <a:ext uri="{FF2B5EF4-FFF2-40B4-BE49-F238E27FC236}">
                <a16:creationId xmlns:a16="http://schemas.microsoft.com/office/drawing/2014/main" id="{A1005B08-D2D4-455C-AA62-1200E43E7AF9}"/>
              </a:ext>
            </a:extLst>
          </p:cNvPr>
          <p:cNvCxnSpPr/>
          <p:nvPr/>
        </p:nvCxnSpPr>
        <p:spPr>
          <a:xfrm>
            <a:off x="9111582" y="571502"/>
            <a:ext cx="0" cy="5275467"/>
          </a:xfrm>
          <a:prstGeom prst="line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2215722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BF5F5DFA-1BC3-4062-9356-6145C9F7C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6B5D461-AEC0-477F-A77A-6227F95A83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75813" y="0"/>
            <a:ext cx="4016188" cy="105654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1A041D-DE47-45FA-AC78-CC7FD02571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5" y="1031500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614254-52EF-4F58-99B1-CDA7C39223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134" y="1095508"/>
            <a:ext cx="8203482" cy="5016893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D3B3ABA-0408-41EA-935D-D4F4586AA8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87178" y="1361923"/>
            <a:ext cx="6623040" cy="1421898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0EA5BF-04A6-2B17-0703-8419C4DB97F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87399" y="2916772"/>
            <a:ext cx="6622819" cy="2852639"/>
          </a:xfrm>
        </p:spPr>
        <p:txBody>
          <a:bodyPr anchor="t"/>
          <a:lstStyle>
            <a:lvl1pPr marL="0" indent="0">
              <a:lnSpc>
                <a:spcPct val="125000"/>
              </a:lnSpc>
              <a:spcAft>
                <a:spcPts val="600"/>
              </a:spcAft>
              <a:buNone/>
              <a:defRPr sz="2000" b="0"/>
            </a:lvl1pPr>
            <a:lvl2pPr>
              <a:lnSpc>
                <a:spcPct val="125000"/>
              </a:lnSpc>
              <a:spcAft>
                <a:spcPts val="600"/>
              </a:spcAft>
              <a:defRPr/>
            </a:lvl2pPr>
            <a:lvl3pPr>
              <a:lnSpc>
                <a:spcPct val="125000"/>
              </a:lnSpc>
              <a:spcAft>
                <a:spcPts val="600"/>
              </a:spcAft>
              <a:defRPr/>
            </a:lvl3pPr>
            <a:lvl4pPr>
              <a:lnSpc>
                <a:spcPct val="125000"/>
              </a:lnSpc>
              <a:spcAft>
                <a:spcPts val="600"/>
              </a:spcAft>
              <a:defRPr/>
            </a:lvl4pPr>
            <a:lvl5pPr>
              <a:lnSpc>
                <a:spcPct val="125000"/>
              </a:lnSpc>
              <a:spcAft>
                <a:spcPts val="600"/>
              </a:spcAft>
              <a:defRPr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837301C-2B9B-4119-9002-BD6DB2AB87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6144405"/>
            <a:ext cx="8150087" cy="7135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12738D-D0ED-4899-A01C-42439B5B3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206532" y="6167615"/>
            <a:ext cx="3982418" cy="69038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EED261D-45B9-40C1-8341-8B8B796E8A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5" y="6112401"/>
            <a:ext cx="1218895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ooter Placeholder 7">
            <a:extLst>
              <a:ext uri="{FF2B5EF4-FFF2-40B4-BE49-F238E27FC236}">
                <a16:creationId xmlns:a16="http://schemas.microsoft.com/office/drawing/2014/main" id="{182CF530-D736-4104-8678-850EEDF997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7178" y="6309360"/>
            <a:ext cx="6623040" cy="4572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9" name="Date Placeholder 5">
            <a:extLst>
              <a:ext uri="{FF2B5EF4-FFF2-40B4-BE49-F238E27FC236}">
                <a16:creationId xmlns:a16="http://schemas.microsoft.com/office/drawing/2014/main" id="{8DEDB7CE-711E-4E43-9450-4C7BECE2FCF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79537" y="6309360"/>
            <a:ext cx="1885598" cy="457200"/>
          </a:xfrm>
        </p:spPr>
        <p:txBody>
          <a:bodyPr/>
          <a:lstStyle/>
          <a:p>
            <a:r>
              <a:rPr lang="en-US" dirty="0"/>
              <a:t>9/8/20XX</a:t>
            </a:r>
          </a:p>
        </p:txBody>
      </p:sp>
      <p:sp>
        <p:nvSpPr>
          <p:cNvPr id="20" name="Slide Number Placeholder 9">
            <a:extLst>
              <a:ext uri="{FF2B5EF4-FFF2-40B4-BE49-F238E27FC236}">
                <a16:creationId xmlns:a16="http://schemas.microsoft.com/office/drawing/2014/main" id="{F5D9588C-9E6B-42F6-8B42-D18388626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E23953F-BF80-48E0-8282-62907D6C29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42523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79D74E-6357-D3E7-30C0-09B4B82BA3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203482" y="1095507"/>
            <a:ext cx="3997653" cy="501689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75342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7E77A60-3019-43AE-AA38-E130C04CF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FDBF0FB-88D2-4271-BFAF-D129CF8C2F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0325" y="-4078"/>
            <a:ext cx="5787773" cy="105654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62B807B-6DFA-471C-B675-016416207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4" y="1031500"/>
            <a:ext cx="12190475" cy="641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555D4C0-9882-489D-AD77-A9F38B378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46677" y="1095508"/>
            <a:ext cx="5742273" cy="5016893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8EC5ED-FCAE-682A-C050-58786819E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7416" y="1316736"/>
            <a:ext cx="5120640" cy="3392424"/>
          </a:xfrm>
        </p:spPr>
        <p:txBody>
          <a:bodyPr anchor="b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0" name="Subtitle 2">
            <a:extLst>
              <a:ext uri="{FF2B5EF4-FFF2-40B4-BE49-F238E27FC236}">
                <a16:creationId xmlns:a16="http://schemas.microsoft.com/office/drawing/2014/main" id="{15C8BDC7-F09C-40A3-B14E-9A49781EE6C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749828" y="4816366"/>
            <a:ext cx="5125300" cy="1068929"/>
          </a:xfrm>
        </p:spPr>
        <p:txBody>
          <a:bodyPr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sz="2000" b="0"/>
            </a:lvl1pPr>
          </a:lstStyle>
          <a:p>
            <a:r>
              <a:rPr lang="en-US" sz="2000" dirty="0">
                <a:solidFill>
                  <a:schemeClr val="tx2"/>
                </a:solidFill>
              </a:rPr>
              <a:t>Click to add subtitle</a:t>
            </a:r>
          </a:p>
        </p:txBody>
      </p:sp>
      <p:sp>
        <p:nvSpPr>
          <p:cNvPr id="40" name="Picture Placeholder 38">
            <a:extLst>
              <a:ext uri="{FF2B5EF4-FFF2-40B4-BE49-F238E27FC236}">
                <a16:creationId xmlns:a16="http://schemas.microsoft.com/office/drawing/2014/main" id="{AB2070F4-085F-4F8D-A1E8-A58E5F8F068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6099" y="1095509"/>
            <a:ext cx="6391656" cy="5016892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47A5DB4-1ED7-4630-89AF-F1802E44EF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144405"/>
            <a:ext cx="6446677" cy="7135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E5D4012-4107-490F-A369-EA7063242A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46677" y="6167615"/>
            <a:ext cx="5742273" cy="69038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95C79E2-9EA5-4713-B4AF-0E4572CFFA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24" y="6112249"/>
            <a:ext cx="12190475" cy="641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74C09E2-06F0-4230-8DAD-A0DBF01F86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79494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07427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ontent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5C341663-7159-49AD-AAF3-4B3C490D81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0F2EB12-394C-40E4-9186-CBD6635B5D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77552" y="0"/>
            <a:ext cx="7514448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53F9468C-8821-4670-9C7C-78E7D75861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41023" y="167463"/>
            <a:ext cx="6408058" cy="1580890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D78806-0532-B92A-4326-73941B4232E7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0" y="0"/>
            <a:ext cx="4613275" cy="6858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83D2425-8E71-4C9D-8737-018CE44525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21655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EB24183-BE19-B810-4EF4-D9959CAD150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140405" y="1959427"/>
            <a:ext cx="6408665" cy="4161653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spcAft>
                <a:spcPts val="600"/>
              </a:spcAft>
              <a:buNone/>
              <a:defRPr sz="1800" b="0"/>
            </a:lvl1pPr>
            <a:lvl2pPr>
              <a:lnSpc>
                <a:spcPct val="100000"/>
              </a:lnSpc>
              <a:spcAft>
                <a:spcPts val="600"/>
              </a:spcAft>
              <a:defRPr sz="1800"/>
            </a:lvl2pPr>
            <a:lvl3pPr>
              <a:lnSpc>
                <a:spcPct val="100000"/>
              </a:lnSpc>
              <a:spcAft>
                <a:spcPts val="600"/>
              </a:spcAft>
              <a:defRPr sz="1800"/>
            </a:lvl3pPr>
            <a:lvl4pPr>
              <a:lnSpc>
                <a:spcPct val="100000"/>
              </a:lnSpc>
              <a:spcAft>
                <a:spcPts val="600"/>
              </a:spcAft>
              <a:defRPr sz="1800"/>
            </a:lvl4pPr>
            <a:lvl5pPr>
              <a:lnSpc>
                <a:spcPct val="100000"/>
              </a:lnSpc>
              <a:spcAft>
                <a:spcPts val="600"/>
              </a:spcAft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D15B6AB-EFBA-3087-EC3D-8DA945B70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40405" y="6309360"/>
            <a:ext cx="3982428" cy="457200"/>
          </a:xfrm>
        </p:spPr>
        <p:txBody>
          <a:bodyPr/>
          <a:lstStyle>
            <a:lvl1pPr algn="ctr">
              <a:defRPr>
                <a:effectLst/>
              </a:defRPr>
            </a:lvl1pPr>
          </a:lstStyle>
          <a:p>
            <a:pPr algn="l"/>
            <a:r>
              <a:rPr lang="en-US" dirty="0"/>
              <a:t>Presentation Title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6A3371A6-1409-7906-744F-59D906DF67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8415" y="6309360"/>
            <a:ext cx="1215204" cy="457200"/>
          </a:xfrm>
        </p:spPr>
        <p:txBody>
          <a:bodyPr/>
          <a:lstStyle>
            <a:lvl1pPr algn="ctr">
              <a:defRPr>
                <a:effectLst/>
              </a:defRPr>
            </a:lvl1pPr>
          </a:lstStyle>
          <a:p>
            <a:r>
              <a:rPr lang="en-US" dirty="0">
                <a:solidFill>
                  <a:schemeClr val="tx2"/>
                </a:solidFill>
              </a:rPr>
              <a:t>9/8/20XX</a:t>
            </a:r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8546652F-6212-09E9-1A75-28F7C8EEF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84187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23DC2F0A-1748-49AE-AF72-D6BBB4F8FE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3DF7B1-E0C5-4E09-BB5C-F11EA14D7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66789"/>
            <a:ext cx="6833381" cy="259421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BC678EC-E47C-4AC2-A75A-7022CECD00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34622" y="848455"/>
            <a:ext cx="5102365" cy="2601914"/>
          </a:xfrm>
        </p:spPr>
        <p:txBody>
          <a:bodyPr tIns="182880" anchor="ctr" anchorCtr="0">
            <a:noAutofit/>
          </a:bodyPr>
          <a:lstStyle>
            <a:lvl1pPr>
              <a:lnSpc>
                <a:spcPct val="100000"/>
              </a:lnSpc>
              <a:defRPr sz="3200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74E69A-5ABD-42DF-A2B0-997A626257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3063" y="920164"/>
            <a:ext cx="1070775" cy="24661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2B6D0A-4A1F-4B59-B429-AD3FABC74F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90232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B66529-F6B7-4C1C-8291-8139628DF6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48456"/>
            <a:ext cx="6833382" cy="7170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2245B9-34B5-4F89-8EA6-C018B9D4FA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858023" y="3442673"/>
            <a:ext cx="5333977" cy="3415328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90814BE-76E8-43EC-9616-A1F02F053A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396996"/>
            <a:ext cx="1219200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F8AAA0A6-9D4B-4AA2-82F0-77E5ECF4B6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386762" y="3928342"/>
            <a:ext cx="4162319" cy="2285000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spcAft>
                <a:spcPts val="600"/>
              </a:spcAft>
              <a:buNone/>
              <a:defRPr sz="1800" b="0"/>
            </a:lvl1pPr>
          </a:lstStyle>
          <a:p>
            <a:r>
              <a:rPr lang="en-US" dirty="0"/>
              <a:t>Click to add text</a:t>
            </a:r>
          </a:p>
        </p:txBody>
      </p:sp>
      <p:sp>
        <p:nvSpPr>
          <p:cNvPr id="17" name="Footer Placeholder 12">
            <a:extLst>
              <a:ext uri="{FF2B5EF4-FFF2-40B4-BE49-F238E27FC236}">
                <a16:creationId xmlns:a16="http://schemas.microsoft.com/office/drawing/2014/main" id="{8E3FFD99-95F0-47A4-8642-FB9FECEC4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25917" y="6309360"/>
            <a:ext cx="4946592" cy="457200"/>
          </a:xfrm>
        </p:spPr>
        <p:txBody>
          <a:bodyPr/>
          <a:lstStyle>
            <a:lvl1pPr>
              <a:defRPr lang="en-US" sz="12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4727536-E532-4015-A178-0ABB6B09C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339893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Date Placeholder 11">
            <a:extLst>
              <a:ext uri="{FF2B5EF4-FFF2-40B4-BE49-F238E27FC236}">
                <a16:creationId xmlns:a16="http://schemas.microsoft.com/office/drawing/2014/main" id="{22977876-C29D-4D32-9948-303465AEC31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77730" y="6309360"/>
            <a:ext cx="2736329" cy="457200"/>
          </a:xfrm>
        </p:spPr>
        <p:txBody>
          <a:bodyPr/>
          <a:lstStyle/>
          <a:p>
            <a:r>
              <a:rPr lang="en-US" dirty="0"/>
              <a:t>9/8/20XX</a:t>
            </a:r>
          </a:p>
        </p:txBody>
      </p:sp>
      <p:sp>
        <p:nvSpPr>
          <p:cNvPr id="20" name="Slide Number Placeholder 15">
            <a:extLst>
              <a:ext uri="{FF2B5EF4-FFF2-40B4-BE49-F238E27FC236}">
                <a16:creationId xmlns:a16="http://schemas.microsoft.com/office/drawing/2014/main" id="{6A7BC11E-2EF0-4989-9A7E-7AB377DB8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69202" y="6309360"/>
            <a:ext cx="979879" cy="457200"/>
          </a:xfrm>
        </p:spPr>
        <p:txBody>
          <a:bodyPr/>
          <a:lstStyle>
            <a:lvl1pPr>
              <a:defRPr sz="1200" b="0"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557ABF-B75C-BD78-1A04-E483A57A94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67712" y="0"/>
            <a:ext cx="5728216" cy="8455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18385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EA8D8870-8337-4ABD-9EA6-3D5AAB7E4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BAC3B2DB-2CCA-4BD4-8D63-98257049E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825689"/>
            <a:ext cx="12192000" cy="520173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" name="Title 1">
            <a:extLst>
              <a:ext uri="{FF2B5EF4-FFF2-40B4-BE49-F238E27FC236}">
                <a16:creationId xmlns:a16="http://schemas.microsoft.com/office/drawing/2014/main" id="{324DAAC3-FA37-4838-A298-327679F99F8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386629" y="825687"/>
            <a:ext cx="9643772" cy="5201730"/>
          </a:xfrm>
        </p:spPr>
        <p:txBody>
          <a:bodyPr tIns="182880" anchor="ctr" anchorCtr="0">
            <a:noAutofit/>
          </a:bodyPr>
          <a:lstStyle>
            <a:lvl1pPr algn="l">
              <a:lnSpc>
                <a:spcPct val="100000"/>
              </a:lnSpc>
              <a:defRPr sz="4800" cap="all" baseline="0">
                <a:solidFill>
                  <a:schemeClr val="bg1"/>
                </a:solidFill>
              </a:defRPr>
            </a:lvl1pPr>
          </a:lstStyle>
          <a:p>
            <a:r>
              <a:rPr lang="en-US" sz="4400" dirty="0">
                <a:solidFill>
                  <a:schemeClr val="bg1"/>
                </a:solidFill>
              </a:rPr>
              <a:t>CLICK TO ADD TITLE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B792E4C-AD3B-4E88-8540-E757597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889696"/>
            <a:ext cx="1070775" cy="50777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A32632F-9ED1-4328-BBE3-B4E014156A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-2365125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A124D3C-01E3-4B96-BDF0-54851D173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58511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7A64FF-37A7-4837-8033-CBEA22697E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896046"/>
            <a:ext cx="1070775" cy="507771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C0C09F-8990-542B-199E-E6FADE2FEE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6" y="0"/>
            <a:ext cx="1070775" cy="8256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6F60C3-341E-9533-2415-66360A254A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19515" y="6027421"/>
            <a:ext cx="1070775" cy="8305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47539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56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786F82F-1B47-46ED-8EAE-53EF71E59E9A}"/>
              </a:ext>
            </a:extLst>
          </p:cNvPr>
          <p:cNvSpPr/>
          <p:nvPr/>
        </p:nvSpPr>
        <p:spPr>
          <a:xfrm>
            <a:off x="4718302" y="0"/>
            <a:ext cx="7473698" cy="6858000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2918" y="705113"/>
            <a:ext cx="3411973" cy="5197498"/>
          </a:xfrm>
          <a:prstGeom prst="rect">
            <a:avLst/>
          </a:prstGeom>
        </p:spPr>
        <p:txBody>
          <a:bodyPr vert="horz" lIns="109728" tIns="109728" rIns="109728" bIns="9144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76671" y="705113"/>
            <a:ext cx="6172412" cy="5197497"/>
          </a:xfrm>
          <a:prstGeom prst="rect">
            <a:avLst/>
          </a:prstGeom>
        </p:spPr>
        <p:txBody>
          <a:bodyPr vert="horz" lIns="109728" tIns="109728" rIns="109728" bIns="9144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2917" y="6309360"/>
            <a:ext cx="3411973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9/8/20XX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76670" y="6309360"/>
            <a:ext cx="4946592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2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69202" y="6309360"/>
            <a:ext cx="979879" cy="457200"/>
          </a:xfrm>
          <a:prstGeom prst="rect">
            <a:avLst/>
          </a:prstGeom>
        </p:spPr>
        <p:txBody>
          <a:bodyPr vert="horz" lIns="109728" tIns="109728" rIns="109728" bIns="91440" rtlCol="0" anchor="b"/>
          <a:lstStyle>
            <a:lvl1pPr algn="r">
              <a:defRPr sz="1600" b="1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F1BAF6F-6275-4646-9C59-331B29B9550F}"/>
              </a:ext>
            </a:extLst>
          </p:cNvPr>
          <p:cNvSpPr/>
          <p:nvPr/>
        </p:nvSpPr>
        <p:spPr>
          <a:xfrm rot="5400000">
            <a:off x="1257298" y="3396997"/>
            <a:ext cx="6858002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5489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700" r:id="rId13"/>
    <p:sldLayoutId id="2147483701" r:id="rId14"/>
    <p:sldLayoutId id="2147483709" r:id="rId15"/>
    <p:sldLayoutId id="2147483682" r:id="rId16"/>
  </p:sldLayoutIdLst>
  <p:hf sldNum="0" hdr="0" ftr="0" dt="0"/>
  <p:txStyles>
    <p:titleStyle>
      <a:lvl1pPr algn="l" defTabSz="914400" rtl="0" eaLnBrk="1" latinLnBrk="0" hangingPunct="1">
        <a:lnSpc>
          <a:spcPct val="150000"/>
        </a:lnSpc>
        <a:spcBef>
          <a:spcPct val="0"/>
        </a:spcBef>
        <a:buNone/>
        <a:defRPr sz="3600" b="1" kern="1200" spc="1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None/>
        <a:defRPr sz="1800" b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None/>
        <a:defRPr sz="160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i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i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2024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6pPr>
      <a:lvl7pPr marL="224028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i="1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7pPr>
      <a:lvl8pPr marL="256032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8pPr>
      <a:lvl9pPr marL="288036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i="1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848">
          <p15:clr>
            <a:srgbClr val="F26B43"/>
          </p15:clr>
        </p15:guide>
        <p15:guide id="2" orient="horz" pos="3960">
          <p15:clr>
            <a:srgbClr val="F26B43"/>
          </p15:clr>
        </p15:guide>
        <p15:guide id="3" orient="horz" pos="1536">
          <p15:clr>
            <a:srgbClr val="F26B43"/>
          </p15:clr>
        </p15:guide>
        <p15:guide id="4" orient="horz" pos="3840">
          <p15:clr>
            <a:srgbClr val="F26B43"/>
          </p15:clr>
        </p15:guide>
        <p15:guide id="5" pos="4416">
          <p15:clr>
            <a:srgbClr val="F26B43"/>
          </p15:clr>
        </p15:guide>
        <p15:guide id="6" pos="4800">
          <p15:clr>
            <a:srgbClr val="F26B43"/>
          </p15:clr>
        </p15:guide>
        <p15:guide id="7" orient="horz" pos="360">
          <p15:clr>
            <a:srgbClr val="F26B43"/>
          </p15:clr>
        </p15:guide>
        <p15:guide id="8" pos="7368">
          <p15:clr>
            <a:srgbClr val="F26B43"/>
          </p15:clr>
        </p15:guide>
        <p15:guide id="9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814B6A3-5F3E-4909-8ED5-87FE824922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 lIns="109728" tIns="109728" rIns="109728" bIns="91440" rtlCol="0" anchor="ctr">
            <a:normAutofit/>
          </a:bodyPr>
          <a:lstStyle/>
          <a:p>
            <a:r>
              <a:rPr lang="en-US" dirty="0" err="1"/>
              <a:t>FreeFlow</a:t>
            </a:r>
            <a:r>
              <a:rPr lang="en-US" dirty="0"/>
              <a:t> spas WEBSITE</a:t>
            </a:r>
            <a:br>
              <a:rPr lang="en-US" dirty="0"/>
            </a:br>
            <a:br>
              <a:rPr lang="en-US" dirty="0"/>
            </a:br>
            <a:r>
              <a:rPr lang="en-US" sz="1600" dirty="0"/>
              <a:t>Davis Stryer AND Julia Larsen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39072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D0809-2CE7-0E54-0037-DBFB73637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0D11B0A-8BE0-99C4-E997-6F9F2D2601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Purpose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1677190-F3DF-D438-4F03-56ACF4DAA66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Basic ecommerce website to display hot tubs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Demonstrate concept of AI salesperson chatbot</a:t>
            </a:r>
          </a:p>
        </p:txBody>
      </p:sp>
    </p:spTree>
    <p:extLst>
      <p:ext uri="{BB962C8B-B14F-4D97-AF65-F5344CB8AC3E}">
        <p14:creationId xmlns:p14="http://schemas.microsoft.com/office/powerpoint/2010/main" val="12584197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DE6B89-9484-4E50-8387-C55E031D8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Pages – Hot Tub Store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0EB58E2-A9A0-481A-8B5B-381B836CE40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Home page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Product catalog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FAQ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Chat page</a:t>
            </a:r>
          </a:p>
        </p:txBody>
      </p:sp>
    </p:spTree>
    <p:extLst>
      <p:ext uri="{BB962C8B-B14F-4D97-AF65-F5344CB8AC3E}">
        <p14:creationId xmlns:p14="http://schemas.microsoft.com/office/powerpoint/2010/main" val="33182995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3">
            <a:extLst>
              <a:ext uri="{FF2B5EF4-FFF2-40B4-BE49-F238E27FC236}">
                <a16:creationId xmlns:a16="http://schemas.microsoft.com/office/drawing/2014/main" id="{331CEB84-49DC-40A9-B2F0-D573658AE9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7416" y="1316736"/>
            <a:ext cx="5120640" cy="1068929"/>
          </a:xfrm>
        </p:spPr>
        <p:txBody>
          <a:bodyPr/>
          <a:lstStyle/>
          <a:p>
            <a:pPr algn="just"/>
            <a:r>
              <a:rPr lang="en-US" dirty="0"/>
              <a:t>Frontend</a:t>
            </a:r>
          </a:p>
        </p:txBody>
      </p:sp>
      <p:sp>
        <p:nvSpPr>
          <p:cNvPr id="15" name="Subtitle 14">
            <a:extLst>
              <a:ext uri="{FF2B5EF4-FFF2-40B4-BE49-F238E27FC236}">
                <a16:creationId xmlns:a16="http://schemas.microsoft.com/office/drawing/2014/main" id="{B7886DF7-FA3D-4AD1-AEC1-578EA3AC8C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49828" y="2385666"/>
            <a:ext cx="5125300" cy="3499630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HTML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JS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CSS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HTMX</a:t>
            </a:r>
          </a:p>
        </p:txBody>
      </p:sp>
      <p:pic>
        <p:nvPicPr>
          <p:cNvPr id="6" name="Picture Placeholder 5" descr="A collage of a hot tub&#10;&#10;AI-generated content may be incorrect.">
            <a:extLst>
              <a:ext uri="{FF2B5EF4-FFF2-40B4-BE49-F238E27FC236}">
                <a16:creationId xmlns:a16="http://schemas.microsoft.com/office/drawing/2014/main" id="{45A2C7EA-2C31-EE8B-9FFB-0A2624D07782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18192" r="18192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7797926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AB65A9-1ACB-EE49-7672-A927F8F34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Backend</a:t>
            </a:r>
          </a:p>
        </p:txBody>
      </p:sp>
      <p:pic>
        <p:nvPicPr>
          <p:cNvPr id="9" name="Content Placeholder 8" descr="Person alone in an office">
            <a:extLst>
              <a:ext uri="{FF2B5EF4-FFF2-40B4-BE49-F238E27FC236}">
                <a16:creationId xmlns:a16="http://schemas.microsoft.com/office/drawing/2014/main" id="{2C6BF86C-38BB-3B7E-9F36-9166C538BD1D}"/>
              </a:ext>
            </a:extLst>
          </p:cNvPr>
          <p:cNvPicPr>
            <a:picLocks noGrp="1" noChangeAspect="1"/>
          </p:cNvPicPr>
          <p:nvPr>
            <p:ph sz="quarter" idx="16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>
          <a:xfrm>
            <a:off x="0" y="1038"/>
            <a:ext cx="4613275" cy="6855923"/>
          </a:xfr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BAABBD-8A7F-A90C-3E5F-9B47E6255AA6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Flask (Python)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Groq</a:t>
            </a:r>
            <a:r>
              <a:rPr lang="en-US" dirty="0"/>
              <a:t> AI inference platform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Deployed to Heroku</a:t>
            </a:r>
          </a:p>
        </p:txBody>
      </p:sp>
    </p:spTree>
    <p:extLst>
      <p:ext uri="{BB962C8B-B14F-4D97-AF65-F5344CB8AC3E}">
        <p14:creationId xmlns:p14="http://schemas.microsoft.com/office/powerpoint/2010/main" val="11701088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D3649-29F0-060F-9FB0-ED53AF40A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846AF-D2B7-6D16-1F33-6EFAAA105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Chatbot - Tubby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061F7E-D98C-A114-7372-F0155FCEBBB2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Uses Meta Llama 4 Scout 17b-16e-instruct LLM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Has access to a Json file with all hot tub details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Given instructions to format text properly and have predictable behavior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Temperature 0.5</a:t>
            </a:r>
          </a:p>
          <a:p>
            <a:pPr lvl="1"/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7" name="Content Placeholder 6" descr="Two people with speech bubbles">
            <a:extLst>
              <a:ext uri="{FF2B5EF4-FFF2-40B4-BE49-F238E27FC236}">
                <a16:creationId xmlns:a16="http://schemas.microsoft.com/office/drawing/2014/main" id="{65665407-F31C-4F53-62CB-CC9DD009F663}"/>
              </a:ext>
            </a:extLst>
          </p:cNvPr>
          <p:cNvPicPr>
            <a:picLocks noGrp="1" noChangeAspect="1"/>
          </p:cNvPicPr>
          <p:nvPr>
            <p:ph sz="quarter" idx="16"/>
          </p:nvPr>
        </p:nvPicPr>
        <p:blipFill>
          <a:blip r:embed="rId3"/>
          <a:stretch>
            <a:fillRect/>
          </a:stretch>
        </p:blipFill>
        <p:spPr>
          <a:xfrm>
            <a:off x="0" y="344543"/>
            <a:ext cx="4613275" cy="6168914"/>
          </a:xfrm>
        </p:spPr>
      </p:pic>
    </p:spTree>
    <p:extLst>
      <p:ext uri="{BB962C8B-B14F-4D97-AF65-F5344CB8AC3E}">
        <p14:creationId xmlns:p14="http://schemas.microsoft.com/office/powerpoint/2010/main" val="38553322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1AB069-1122-9545-983C-1E1E3A0A7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8CD9A0-7EC4-CD64-7249-D2B4EBC4F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800" dirty="0"/>
              <a:t>Demonstration</a:t>
            </a:r>
          </a:p>
        </p:txBody>
      </p:sp>
    </p:spTree>
    <p:extLst>
      <p:ext uri="{BB962C8B-B14F-4D97-AF65-F5344CB8AC3E}">
        <p14:creationId xmlns:p14="http://schemas.microsoft.com/office/powerpoint/2010/main" val="11795701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4081DB-1923-4878-AB15-AD54F35A1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7200" dirty="0"/>
              <a:t>Q &amp; A</a:t>
            </a:r>
          </a:p>
        </p:txBody>
      </p:sp>
    </p:spTree>
    <p:extLst>
      <p:ext uri="{BB962C8B-B14F-4D97-AF65-F5344CB8AC3E}">
        <p14:creationId xmlns:p14="http://schemas.microsoft.com/office/powerpoint/2010/main" val="798203993"/>
      </p:ext>
    </p:extLst>
  </p:cSld>
  <p:clrMapOvr>
    <a:masterClrMapping/>
  </p:clrMapOvr>
</p:sld>
</file>

<file path=ppt/theme/theme1.xml><?xml version="1.0" encoding="utf-8"?>
<a:theme xmlns:a="http://schemas.openxmlformats.org/drawingml/2006/main" name="ShojiVTI">
  <a:themeElements>
    <a:clrScheme name="Shoji">
      <a:dk1>
        <a:sysClr val="windowText" lastClr="000000"/>
      </a:dk1>
      <a:lt1>
        <a:sysClr val="window" lastClr="FFFFFF"/>
      </a:lt1>
      <a:dk2>
        <a:srgbClr val="595460"/>
      </a:dk2>
      <a:lt2>
        <a:srgbClr val="EBEDEB"/>
      </a:lt2>
      <a:accent1>
        <a:srgbClr val="97A7B8"/>
      </a:accent1>
      <a:accent2>
        <a:srgbClr val="A5B592"/>
      </a:accent2>
      <a:accent3>
        <a:srgbClr val="CED228"/>
      </a:accent3>
      <a:accent4>
        <a:srgbClr val="D1C499"/>
      </a:accent4>
      <a:accent5>
        <a:srgbClr val="BDB3B6"/>
      </a:accent5>
      <a:accent6>
        <a:srgbClr val="C5A98D"/>
      </a:accent6>
      <a:hlink>
        <a:srgbClr val="CC9900"/>
      </a:hlink>
      <a:folHlink>
        <a:srgbClr val="96A9A9"/>
      </a:folHlink>
    </a:clrScheme>
    <a:fontScheme name="Custom 7">
      <a:majorFont>
        <a:latin typeface="Meiryo"/>
        <a:ea typeface=""/>
        <a:cs typeface=""/>
      </a:majorFont>
      <a:minorFont>
        <a:latin typeface="Meiryo"/>
        <a:ea typeface=""/>
        <a:cs typeface=""/>
      </a:minorFont>
    </a:fontScheme>
    <a:fmtScheme name="Feathered">
      <a:fillStyleLst>
        <a:solidFill>
          <a:schemeClr val="phClr"/>
        </a:solidFill>
        <a:solidFill>
          <a:schemeClr val="phClr">
            <a:tint val="67000"/>
            <a:satMod val="105000"/>
          </a:schemeClr>
        </a:soli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0000"/>
                <a:satMod val="120000"/>
                <a:lumMod val="99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>
              <a:tint val="50000"/>
              <a:shade val="83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25400" dir="5400000" algn="ctr" rotWithShape="0">
              <a:srgbClr val="000000">
                <a:alpha val="2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hojiVTI" id="{00D0DDEB-E771-48E5-9E96-0647434F08B1}" vid="{9D22D596-7FD0-4F89-958C-AD79A094911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F36CB81-A037-44A8-88EB-C0C0F17FD4B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7FF477C-132F-44F8-8C56-EBFF95FAF97B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2C1AA24C-4CA6-40FF-8947-DA1F6F47456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{FAB571A8-A921-456E-AFBD-C93741981C14}TF2b9189fa-8f70-44c5-a025-8c7b018ae2a95a18b6f7_win32-f1ac09ee8c52</Template>
  <TotalTime>1409</TotalTime>
  <Words>98</Words>
  <Application>Microsoft Macintosh PowerPoint</Application>
  <PresentationFormat>Widescreen</PresentationFormat>
  <Paragraphs>34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Meiryo</vt:lpstr>
      <vt:lpstr>Arial</vt:lpstr>
      <vt:lpstr>Calibri</vt:lpstr>
      <vt:lpstr>Corbel</vt:lpstr>
      <vt:lpstr>ShojiVTI</vt:lpstr>
      <vt:lpstr>FreeFlow spas WEBSITE  Davis Stryer AND Julia Larsen</vt:lpstr>
      <vt:lpstr>Purpose</vt:lpstr>
      <vt:lpstr>Pages – Hot Tub Store</vt:lpstr>
      <vt:lpstr>Frontend</vt:lpstr>
      <vt:lpstr>Backend</vt:lpstr>
      <vt:lpstr>Chatbot - Tubby</vt:lpstr>
      <vt:lpstr>Demonstration</vt:lpstr>
      <vt:lpstr>Q &amp; 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FreeFlow spas</dc:title>
  <dc:creator>Larsen, Julia</dc:creator>
  <cp:lastModifiedBy>Stryer, Davis</cp:lastModifiedBy>
  <cp:revision>9</cp:revision>
  <dcterms:created xsi:type="dcterms:W3CDTF">2025-12-01T20:28:45Z</dcterms:created>
  <dcterms:modified xsi:type="dcterms:W3CDTF">2025-12-03T20:48:39Z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