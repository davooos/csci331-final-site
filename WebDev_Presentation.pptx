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4"/>
  </p:sldMasterIdLst>
  <p:notesMasterIdLst>
    <p:notesMasterId r:id="rId12"/>
  </p:notesMasterIdLst>
  <p:handoutMasterIdLst>
    <p:handoutMasterId r:id="rId13"/>
  </p:handoutMasterIdLst>
  <p:sldIdLst>
    <p:sldId id="315" r:id="rId5"/>
    <p:sldId id="266" r:id="rId6"/>
    <p:sldId id="271" r:id="rId7"/>
    <p:sldId id="309" r:id="rId8"/>
    <p:sldId id="316" r:id="rId9"/>
    <p:sldId id="317" r:id="rId10"/>
    <p:sldId id="29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5AA1BD55-57CD-466E-0725-B6CBA11E0D12}" name="Lauren Weldy (ALLEGIS GROUP SERVICES)" initials="LW" userId="S::v-lweldy@microsoft.com::07a2285c-a352-4b96-8658-ecc34365c15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D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25" autoAdjust="0"/>
    <p:restoredTop sz="95408" autoAdjust="0"/>
  </p:normalViewPr>
  <p:slideViewPr>
    <p:cSldViewPr snapToGrid="0">
      <p:cViewPr varScale="1">
        <p:scale>
          <a:sx n="89" d="100"/>
          <a:sy n="89" d="100"/>
        </p:scale>
        <p:origin x="192" y="6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>
        <p:scale>
          <a:sx n="1" d="2"/>
          <a:sy n="1" d="2"/>
        </p:scale>
        <p:origin x="2640" y="28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89D207-BE08-4B33-B5B0-5A5A94C951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E58DB9-49DC-495B-A68F-33D105C90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A1AC4-3AE8-4F87-AAED-904EC6054702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6337E-DAD5-442C-9B8F-E10EB7D972C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3BDF2-02BD-4181-AC28-FD56172CC6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8A362-CAFC-4987-9A50-4757052839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37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56653-6123-4FE4-861F-5F9583BF59B0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EB602-95FC-483A-B12D-216A7AD7EA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843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08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451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283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268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E3493-D862-4678-924F-A885CA833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04B000-E514-209A-008D-4A2DAC0F3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32636-2DFE-5BD7-E9F9-587F00F92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8F6BB-FF65-B2F8-80D6-07F3ED6E9D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5034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BB921-4ED0-265B-2DD5-696DF3867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A3742-2A02-B487-B474-8400AB58F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DBF20-EA72-FD3A-B4EF-753316540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B92DF-A672-A12A-E7E4-1FEF535CE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0877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6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6206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8494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34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7585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1521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CD215-1C45-48A0-8534-39FFE8A7C95A}" type="datetime1">
              <a:rPr lang="en-US" smtClean="0"/>
              <a:t>12/3/25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94837D5C-EE88-BE2B-5940-6A8E20CAE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6331A-AE6C-3009-DDD4-1671FF7E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D7D28B-DE67-0B99-CDEB-A037FFC56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B9F3E3-6134-5423-F75E-B36E71A65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1F677F-A1EC-4CDA-E80E-4B3695465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1E2C06-C49E-A5AA-07A3-D134EFA3D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BA39D8-E4F7-CD36-B80A-49D228C0F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F4721-4B2C-0638-8409-054F6738E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8947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22554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4089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3196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23653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21572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75813" y="0"/>
            <a:ext cx="4016188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134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7178" y="1361923"/>
            <a:ext cx="6623040" cy="1421898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EA5BF-04A6-2B17-0703-8419C4DB97F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87399" y="2916772"/>
            <a:ext cx="6622819" cy="2852639"/>
          </a:xfrm>
        </p:spPr>
        <p:txBody>
          <a:bodyPr anchor="t"/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2000" b="0"/>
            </a:lvl1pPr>
            <a:lvl2pPr>
              <a:lnSpc>
                <a:spcPct val="125000"/>
              </a:lnSpc>
              <a:spcAft>
                <a:spcPts val="600"/>
              </a:spcAft>
              <a:defRPr/>
            </a:lvl2pPr>
            <a:lvl3pPr>
              <a:lnSpc>
                <a:spcPct val="125000"/>
              </a:lnSpc>
              <a:spcAft>
                <a:spcPts val="600"/>
              </a:spcAft>
              <a:defRPr/>
            </a:lvl3pPr>
            <a:lvl4pPr>
              <a:lnSpc>
                <a:spcPct val="125000"/>
              </a:lnSpc>
              <a:spcAft>
                <a:spcPts val="600"/>
              </a:spcAft>
              <a:defRPr/>
            </a:lvl4pPr>
            <a:lvl5pPr>
              <a:lnSpc>
                <a:spcPct val="125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6144405"/>
            <a:ext cx="815008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6532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182CF530-D736-4104-8678-850EEDF99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178" y="6309360"/>
            <a:ext cx="662304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9" name="Date Placeholder 5">
            <a:extLst>
              <a:ext uri="{FF2B5EF4-FFF2-40B4-BE49-F238E27FC236}">
                <a16:creationId xmlns:a16="http://schemas.microsoft.com/office/drawing/2014/main" id="{8DEDB7CE-711E-4E43-9450-4C7BECE2FC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79537" y="6309360"/>
            <a:ext cx="1885598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F5D9588C-9E6B-42F6-8B42-D18388626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42523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9D74E-6357-D3E7-30C0-09B4B82BA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3482" y="1095507"/>
            <a:ext cx="3997653" cy="50168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5342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7E77A60-3019-43AE-AA38-E130C04CF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BF0FB-88D2-4271-BFAF-D129CF8C2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0325" y="-4078"/>
            <a:ext cx="5787773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2B807B-6DFA-471C-B675-016416207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1031500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55D4C0-9882-489D-AD77-A9F38B37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1095508"/>
            <a:ext cx="5742273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EC5ED-FCAE-682A-C050-5878681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3392424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5C8BDC7-F09C-40A3-B14E-9A49781EE6C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49828" y="4816366"/>
            <a:ext cx="5125300" cy="1068929"/>
          </a:xfrm>
        </p:spPr>
        <p:txBody>
          <a:bodyPr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</a:lstStyle>
          <a:p>
            <a:r>
              <a:rPr lang="en-US" sz="2000" dirty="0">
                <a:solidFill>
                  <a:schemeClr val="tx2"/>
                </a:solidFill>
              </a:rPr>
              <a:t>Click to add subtitle</a:t>
            </a:r>
          </a:p>
        </p:txBody>
      </p:sp>
      <p:sp>
        <p:nvSpPr>
          <p:cNvPr id="40" name="Picture Placeholder 38">
            <a:extLst>
              <a:ext uri="{FF2B5EF4-FFF2-40B4-BE49-F238E27FC236}">
                <a16:creationId xmlns:a16="http://schemas.microsoft.com/office/drawing/2014/main" id="{AB2070F4-085F-4F8D-A1E8-A58E5F8F06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99" y="1095509"/>
            <a:ext cx="6391656" cy="501689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7A5DB4-1ED7-4630-89AF-F1802E44E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44405"/>
            <a:ext cx="644667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5D4012-4107-490F-A369-EA7063242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6167615"/>
            <a:ext cx="5742273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5C79E2-9EA5-4713-B4AF-0E4572CFF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12249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4C09E2-06F0-4230-8DAD-A0DBF01F8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9494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7427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C341663-7159-49AD-AAF3-4B3C490D8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F2EB12-394C-40E4-9186-CBD6635B5D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7552" y="0"/>
            <a:ext cx="751444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53F9468C-8821-4670-9C7C-78E7D7586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1023" y="167463"/>
            <a:ext cx="6408058" cy="158089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78806-0532-B92A-4326-73941B4232E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0" y="0"/>
            <a:ext cx="4613275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3D2425-8E71-4C9D-8737-018CE4452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21655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EB24183-BE19-B810-4EF4-D9959CAD150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40405" y="1959427"/>
            <a:ext cx="6408665" cy="416165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00000"/>
              </a:lnSpc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Aft>
                <a:spcPts val="600"/>
              </a:spcAft>
              <a:defRPr sz="1800"/>
            </a:lvl4pPr>
            <a:lvl5pPr>
              <a:lnSpc>
                <a:spcPct val="100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15B6AB-EFBA-3087-EC3D-8DA945B7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40405" y="6309360"/>
            <a:ext cx="3982428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6A3371A6-1409-7906-744F-59D906DF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8415" y="6309360"/>
            <a:ext cx="1215204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546652F-6212-09E9-1A75-28F7C8EE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187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3DC2F0A-1748-49AE-AF72-D6BBB4F8F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3DF7B1-E0C5-4E09-BB5C-F11EA14D7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66789"/>
            <a:ext cx="6833381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C678EC-E47C-4AC2-A75A-7022CECD00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622" y="848455"/>
            <a:ext cx="5102365" cy="2601914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74E69A-5ABD-42DF-A2B0-997A62625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063" y="920164"/>
            <a:ext cx="1070775" cy="24661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2B6D0A-4A1F-4B59-B429-AD3FABC74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B66529-F6B7-4C1C-8291-8139628DF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48456"/>
            <a:ext cx="6833382" cy="7170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245B9-34B5-4F89-8EA6-C018B9D4F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8023" y="3442673"/>
            <a:ext cx="5333977" cy="34153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0814BE-76E8-43EC-9616-A1F02F053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396996"/>
            <a:ext cx="1219200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8AAA0A6-9D4B-4AA2-82F0-77E5ECF4B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86762" y="3928342"/>
            <a:ext cx="4162319" cy="22850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8E3FFD99-95F0-47A4-8642-FB9FECEC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5917" y="6309360"/>
            <a:ext cx="4946592" cy="457200"/>
          </a:xfrm>
        </p:spPr>
        <p:txBody>
          <a:bodyPr/>
          <a:lstStyle>
            <a:lvl1pPr>
              <a:defRPr lang="en-US" sz="12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727536-E532-4015-A178-0ABB6B09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2977876-C29D-4D32-9948-303465AE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77730" y="6309360"/>
            <a:ext cx="2736329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6A7BC11E-2EF0-4989-9A7E-7AB377DB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557ABF-B75C-BD78-1A04-E483A57A9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7712" y="0"/>
            <a:ext cx="5728216" cy="845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8385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9" y="825687"/>
            <a:ext cx="9643772" cy="5201730"/>
          </a:xfrm>
        </p:spPr>
        <p:txBody>
          <a:bodyPr tIns="182880" anchor="ctr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C0C09F-8990-542B-199E-E6FADE2FE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6F60C3-341E-9533-2415-66360A254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53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48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700" r:id="rId13"/>
    <p:sldLayoutId id="2147483701" r:id="rId14"/>
    <p:sldLayoutId id="2147483709" r:id="rId15"/>
    <p:sldLayoutId id="2147483682" r:id="rId16"/>
  </p:sldLayoutIdLst>
  <p:hf sldNum="0"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 err="1"/>
              <a:t>FreeFlow</a:t>
            </a:r>
            <a:r>
              <a:rPr lang="en-US" dirty="0"/>
              <a:t> spas WEBSITE</a:t>
            </a:r>
            <a:br>
              <a:rPr lang="en-US" dirty="0"/>
            </a:br>
            <a:br>
              <a:rPr lang="en-US" dirty="0"/>
            </a:br>
            <a:r>
              <a:rPr lang="en-US" sz="1600" dirty="0"/>
              <a:t>Davis </a:t>
            </a:r>
            <a:r>
              <a:rPr lang="en-US" sz="1600"/>
              <a:t>Stryer AND </a:t>
            </a:r>
            <a:r>
              <a:rPr lang="en-US" sz="1600" dirty="0"/>
              <a:t>Julia Larsen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390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DE6B89-9484-4E50-8387-C55E031D8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Website – Hot Tub Store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EB58E2-A9A0-481A-8B5B-381B836CE40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Home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Product List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FAQ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Chat page</a:t>
            </a:r>
          </a:p>
        </p:txBody>
      </p:sp>
    </p:spTree>
    <p:extLst>
      <p:ext uri="{BB962C8B-B14F-4D97-AF65-F5344CB8AC3E}">
        <p14:creationId xmlns:p14="http://schemas.microsoft.com/office/powerpoint/2010/main" val="3318299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331CEB84-49DC-40A9-B2F0-D573658AE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1068929"/>
          </a:xfrm>
        </p:spPr>
        <p:txBody>
          <a:bodyPr/>
          <a:lstStyle/>
          <a:p>
            <a:pPr algn="just"/>
            <a:r>
              <a:rPr lang="en-US" dirty="0"/>
              <a:t>Frontend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B7886DF7-FA3D-4AD1-AEC1-578EA3AC8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49828" y="2385666"/>
            <a:ext cx="5125300" cy="349963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HTMX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0CEB905B-7FDD-4B1A-96BF-B5A081A25FC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972" r="2972"/>
          <a:stretch/>
        </p:blipFill>
        <p:spPr/>
      </p:pic>
    </p:spTree>
    <p:extLst>
      <p:ext uri="{BB962C8B-B14F-4D97-AF65-F5344CB8AC3E}">
        <p14:creationId xmlns:p14="http://schemas.microsoft.com/office/powerpoint/2010/main" val="2779792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B65A9-1ACB-EE49-7672-A927F8F34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pic>
        <p:nvPicPr>
          <p:cNvPr id="9" name="Content Placeholder 8" descr="Person alone in an office">
            <a:extLst>
              <a:ext uri="{FF2B5EF4-FFF2-40B4-BE49-F238E27FC236}">
                <a16:creationId xmlns:a16="http://schemas.microsoft.com/office/drawing/2014/main" id="{2C6BF86C-38BB-3B7E-9F36-9166C538BD1D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0" y="1038"/>
            <a:ext cx="4613275" cy="6855923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AABBD-8A7F-A90C-3E5F-9B47E6255AA6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Flask (Python)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Groq</a:t>
            </a:r>
            <a:r>
              <a:rPr lang="en-US" dirty="0"/>
              <a:t> AI inference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Deployed to Heroku</a:t>
            </a:r>
          </a:p>
        </p:txBody>
      </p:sp>
    </p:spTree>
    <p:extLst>
      <p:ext uri="{BB962C8B-B14F-4D97-AF65-F5344CB8AC3E}">
        <p14:creationId xmlns:p14="http://schemas.microsoft.com/office/powerpoint/2010/main" val="1170108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D3649-29F0-060F-9FB0-ED53AF40A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846AF-D2B7-6D16-1F33-6EFAAA10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Chatbot - Tubby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061F7E-D98C-A114-7372-F0155FCEBBB2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Meta Llama 4 Scout 17b-16e-instruct LLM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access to a Json file with all hot tub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Given instructions to format text properly and have predictable behavior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Temperature 0.5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7" name="Content Placeholder 6" descr="Two people with speech bubbles">
            <a:extLst>
              <a:ext uri="{FF2B5EF4-FFF2-40B4-BE49-F238E27FC236}">
                <a16:creationId xmlns:a16="http://schemas.microsoft.com/office/drawing/2014/main" id="{65665407-F31C-4F53-62CB-CC9DD009F663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/>
          <a:stretch>
            <a:fillRect/>
          </a:stretch>
        </p:blipFill>
        <p:spPr>
          <a:xfrm>
            <a:off x="0" y="344543"/>
            <a:ext cx="4613275" cy="6168914"/>
          </a:xfrm>
        </p:spPr>
      </p:pic>
    </p:spTree>
    <p:extLst>
      <p:ext uri="{BB962C8B-B14F-4D97-AF65-F5344CB8AC3E}">
        <p14:creationId xmlns:p14="http://schemas.microsoft.com/office/powerpoint/2010/main" val="3855332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AB069-1122-9545-983C-1E1E3A0A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8CD9A0-7EC4-CD64-7249-D2B4EBC4F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/>
              <a:t>Demonstration</a:t>
            </a:r>
          </a:p>
        </p:txBody>
      </p:sp>
    </p:spTree>
    <p:extLst>
      <p:ext uri="{BB962C8B-B14F-4D97-AF65-F5344CB8AC3E}">
        <p14:creationId xmlns:p14="http://schemas.microsoft.com/office/powerpoint/2010/main" val="1179570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081DB-1923-4878-AB15-AD54F35A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/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798203993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F36CB81-A037-44A8-88EB-C0C0F17FD4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7FF477C-132F-44F8-8C56-EBFF95FAF97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2C1AA24C-4CA6-40FF-8947-DA1F6F4745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{FAB571A8-A921-456E-AFBD-C93741981C14}TF2b9189fa-8f70-44c5-a025-8c7b018ae2a95a18b6f7_win32-f1ac09ee8c52</Template>
  <TotalTime>1272</TotalTime>
  <Words>83</Words>
  <Application>Microsoft Macintosh PowerPoint</Application>
  <PresentationFormat>Widescreen</PresentationFormat>
  <Paragraphs>29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Meiryo</vt:lpstr>
      <vt:lpstr>Arial</vt:lpstr>
      <vt:lpstr>Calibri</vt:lpstr>
      <vt:lpstr>Corbel</vt:lpstr>
      <vt:lpstr>ShojiVTI</vt:lpstr>
      <vt:lpstr>FreeFlow spas WEBSITE  Davis Stryer AND Julia Larsen</vt:lpstr>
      <vt:lpstr>Website – Hot Tub Store</vt:lpstr>
      <vt:lpstr>Frontend</vt:lpstr>
      <vt:lpstr>Backend</vt:lpstr>
      <vt:lpstr>Chatbot - Tubby</vt:lpstr>
      <vt:lpstr>Demonstration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FreeFlow spas</dc:title>
  <dc:creator>Larsen, Julia</dc:creator>
  <cp:lastModifiedBy>Stryer, Davis</cp:lastModifiedBy>
  <cp:revision>6</cp:revision>
  <dcterms:created xsi:type="dcterms:W3CDTF">2025-12-01T20:28:45Z</dcterms:created>
  <dcterms:modified xsi:type="dcterms:W3CDTF">2025-12-03T18:32:01Z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