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2"/>
  </p:notesMasterIdLst>
  <p:handoutMasterIdLst>
    <p:handoutMasterId r:id="rId13"/>
  </p:handoutMasterIdLst>
  <p:sldIdLst>
    <p:sldId id="315" r:id="rId5"/>
    <p:sldId id="266" r:id="rId6"/>
    <p:sldId id="271" r:id="rId7"/>
    <p:sldId id="309" r:id="rId8"/>
    <p:sldId id="316" r:id="rId9"/>
    <p:sldId id="317" r:id="rId10"/>
    <p:sldId id="29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5408" autoAdjust="0"/>
  </p:normalViewPr>
  <p:slideViewPr>
    <p:cSldViewPr snapToGrid="0">
      <p:cViewPr varScale="1">
        <p:scale>
          <a:sx n="109" d="100"/>
          <a:sy n="109" d="100"/>
        </p:scale>
        <p:origin x="6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BB921-4ED0-265B-2DD5-696DF386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A3742-2A02-B487-B474-8400AB58F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DBF20-EA72-FD3A-B4EF-753316540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B92DF-A672-A12A-E7E4-1FEF535CE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87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Website – 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972" r="2972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 with </a:t>
            </a:r>
            <a:r>
              <a:rPr lang="en-US" dirty="0" err="1"/>
              <a:t>Gunicorn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94BDBF84-2557-7163-0F05-ACD7ABF75EA4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predictable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AB069-1122-9545-983C-1E1E3A0A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CD9A0-7EC4-CD64-7249-D2B4EBC4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1179570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1154</TotalTime>
  <Words>77</Words>
  <Application>Microsoft Macintosh PowerPoint</Application>
  <PresentationFormat>Widescreen</PresentationFormat>
  <Paragraphs>29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Meiryo</vt:lpstr>
      <vt:lpstr>Arial</vt:lpstr>
      <vt:lpstr>Calibri</vt:lpstr>
      <vt:lpstr>Corbel</vt:lpstr>
      <vt:lpstr>ShojiVTI</vt:lpstr>
      <vt:lpstr>FreeFlow spas</vt:lpstr>
      <vt:lpstr>Website – Hot Tub Store</vt:lpstr>
      <vt:lpstr>Frontend</vt:lpstr>
      <vt:lpstr>Backend</vt:lpstr>
      <vt:lpstr>Chatbot - Tubby</vt:lpstr>
      <vt:lpstr>Demonstration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3</cp:revision>
  <dcterms:created xsi:type="dcterms:W3CDTF">2025-12-01T20:28:45Z</dcterms:created>
  <dcterms:modified xsi:type="dcterms:W3CDTF">2025-12-03T15:50:20Z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