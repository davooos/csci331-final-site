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1"/>
  </p:notesMasterIdLst>
  <p:handoutMasterIdLst>
    <p:handoutMasterId r:id="rId12"/>
  </p:handoutMasterIdLst>
  <p:sldIdLst>
    <p:sldId id="315" r:id="rId5"/>
    <p:sldId id="266" r:id="rId6"/>
    <p:sldId id="271" r:id="rId7"/>
    <p:sldId id="309" r:id="rId8"/>
    <p:sldId id="316" r:id="rId9"/>
    <p:sldId id="29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5408" autoAdjust="0"/>
  </p:normalViewPr>
  <p:slideViewPr>
    <p:cSldViewPr snapToGrid="0">
      <p:cViewPr varScale="1">
        <p:scale>
          <a:sx n="109" d="100"/>
          <a:sy n="109" d="100"/>
        </p:scale>
        <p:origin x="6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3493-D862-4678-924F-A885CA8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4B000-E514-209A-008D-4A2DAC0F3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32636-2DFE-5BD7-E9F9-587F00F9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F6BB-FF65-B2F8-80D6-07F3ED6E9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0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9" r:id="rId15"/>
    <p:sldLayoutId id="2147483682" r:id="rId16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Home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FAQ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HTMX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972" r="2972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Flask (Python)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Groq</a:t>
            </a:r>
            <a:r>
              <a:rPr lang="en-US" dirty="0"/>
              <a:t> AI inference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Deployed to Heroku with </a:t>
            </a:r>
            <a:r>
              <a:rPr lang="en-US" dirty="0" err="1"/>
              <a:t>Gunicorn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3649-29F0-060F-9FB0-ED53AF40A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46AF-D2B7-6D16-1F33-6EFAAA10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- Tubby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94BDBF84-2557-7163-0F05-ACD7ABF75EA4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61F7E-D98C-A114-7372-F0155FCEBBB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Meta Llama 4 Scout 17b-16e-instruct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access to a Json file with all hot tub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instructions to format text properly and have </a:t>
            </a:r>
            <a:r>
              <a:rPr lang="en-US"/>
              <a:t>predictable behavior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332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1147</TotalTime>
  <Words>73</Words>
  <Application>Microsoft Macintosh PowerPoint</Application>
  <PresentationFormat>Widescreen</PresentationFormat>
  <Paragraphs>27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Meiryo</vt:lpstr>
      <vt:lpstr>Arial</vt:lpstr>
      <vt:lpstr>Calibri</vt:lpstr>
      <vt:lpstr>Corbel</vt:lpstr>
      <vt:lpstr>ShojiVTI</vt:lpstr>
      <vt:lpstr>FreeFlow spas</vt:lpstr>
      <vt:lpstr>Hot Tub Store</vt:lpstr>
      <vt:lpstr>Frontend</vt:lpstr>
      <vt:lpstr>Backend</vt:lpstr>
      <vt:lpstr>Chatbot - Tubby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Stryer, Davis</cp:lastModifiedBy>
  <cp:revision>2</cp:revision>
  <dcterms:created xsi:type="dcterms:W3CDTF">2025-12-01T20:28:45Z</dcterms:created>
  <dcterms:modified xsi:type="dcterms:W3CDTF">2025-12-03T15:43:52Z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