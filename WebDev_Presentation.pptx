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6" r:id="rId4"/>
  </p:sldMasterIdLst>
  <p:notesMasterIdLst>
    <p:notesMasterId r:id="rId11"/>
  </p:notesMasterIdLst>
  <p:handoutMasterIdLst>
    <p:handoutMasterId r:id="rId12"/>
  </p:handoutMasterIdLst>
  <p:sldIdLst>
    <p:sldId id="315" r:id="rId5"/>
    <p:sldId id="266" r:id="rId6"/>
    <p:sldId id="271" r:id="rId7"/>
    <p:sldId id="309" r:id="rId8"/>
    <p:sldId id="305" r:id="rId9"/>
    <p:sldId id="29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  <p188:author id="{5AA1BD55-57CD-466E-0725-B6CBA11E0D12}" name="Lauren Weldy (ALLEGIS GROUP SERVICES)" initials="LW" userId="S::v-lweldy@microsoft.com::07a2285c-a352-4b96-8658-ecc34365c15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ED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388" autoAdjust="0"/>
  </p:normalViewPr>
  <p:slideViewPr>
    <p:cSldViewPr snapToGrid="0">
      <p:cViewPr varScale="1">
        <p:scale>
          <a:sx n="55" d="100"/>
          <a:sy n="55" d="100"/>
        </p:scale>
        <p:origin x="1096" y="3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149"/>
    </p:cViewPr>
  </p:sorterViewPr>
  <p:notesViewPr>
    <p:cSldViewPr snapToGrid="0">
      <p:cViewPr>
        <p:scale>
          <a:sx n="1" d="2"/>
          <a:sy n="1" d="2"/>
        </p:scale>
        <p:origin x="2640" y="28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589D207-BE08-4B33-B5B0-5A5A94C951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E58DB9-49DC-495B-A68F-33D105C906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7A1AC4-3AE8-4F87-AAED-904EC6054702}" type="datetimeFigureOut">
              <a:rPr lang="en-US" smtClean="0"/>
              <a:t>12/1/2025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66337E-DAD5-442C-9B8F-E10EB7D972C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E3BDF2-02BD-4181-AC28-FD56172CC62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F8A362-CAFC-4987-9A50-47570528395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23749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556653-6123-4FE4-861F-5F9583BF59B0}" type="datetimeFigureOut">
              <a:rPr lang="en-US" smtClean="0"/>
              <a:t>12/1/2025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EB602-95FC-483A-B12D-216A7AD7EA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843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6086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451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283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268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3279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697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D69555-EE48-4B19-812B-4E1068DBF976}"/>
              </a:ext>
            </a:extLst>
          </p:cNvPr>
          <p:cNvSpPr/>
          <p:nvPr/>
        </p:nvSpPr>
        <p:spPr>
          <a:xfrm>
            <a:off x="7573754" y="0"/>
            <a:ext cx="4618246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 57">
            <a:extLst>
              <a:ext uri="{FF2B5EF4-FFF2-40B4-BE49-F238E27FC236}">
                <a16:creationId xmlns:a16="http://schemas.microsoft.com/office/drawing/2014/main" id="{57AEB73D-F521-4B19-820F-12DB6BCC8406}"/>
              </a:ext>
            </a:extLst>
          </p:cNvPr>
          <p:cNvSpPr/>
          <p:nvPr/>
        </p:nvSpPr>
        <p:spPr bwMode="auto">
          <a:xfrm>
            <a:off x="4456113" y="31750"/>
            <a:ext cx="0" cy="1588"/>
          </a:xfrm>
          <a:custGeom>
            <a:avLst/>
            <a:gdLst/>
            <a:ahLst/>
            <a:cxn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30466D"/>
          </a:solidFill>
          <a:ln w="0">
            <a:solidFill>
              <a:srgbClr val="30466D"/>
            </a:solidFill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55388" y="863068"/>
            <a:ext cx="6007691" cy="4985916"/>
          </a:xfrm>
        </p:spPr>
        <p:txBody>
          <a:bodyPr anchor="ctr">
            <a:noAutofit/>
          </a:bodyPr>
          <a:lstStyle>
            <a:lvl1pPr algn="l">
              <a:lnSpc>
                <a:spcPct val="125000"/>
              </a:lnSpc>
              <a:defRPr sz="6000" b="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97352" y="863068"/>
            <a:ext cx="3351729" cy="5120069"/>
          </a:xfrm>
        </p:spPr>
        <p:txBody>
          <a:bodyPr anchor="ctr">
            <a:normAutofit/>
          </a:bodyPr>
          <a:lstStyle>
            <a:lvl1pPr marL="0" indent="0" algn="l">
              <a:lnSpc>
                <a:spcPct val="150000"/>
              </a:lnSpc>
              <a:buNone/>
              <a:defRPr sz="2400" b="0" cap="none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72EEBA-3A5D-41CE-8465-A45A0F65674E}"/>
              </a:ext>
            </a:extLst>
          </p:cNvPr>
          <p:cNvSpPr/>
          <p:nvPr/>
        </p:nvSpPr>
        <p:spPr>
          <a:xfrm rot="5400000">
            <a:off x="410121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9F4CF2F-CDFA-4A37-837C-819D5238EA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97353" y="6309360"/>
            <a:ext cx="2151134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FECE62A-61A4-407D-8F0B-D459CD977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5388" y="6309360"/>
            <a:ext cx="6007691" cy="457200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99FE60A9-FE2A-451F-9244-60FCE7FE9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06206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84944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D12B6-57DE-4B63-A723-500B050FB7DD}"/>
              </a:ext>
            </a:extLst>
          </p:cNvPr>
          <p:cNvSpPr/>
          <p:nvPr/>
        </p:nvSpPr>
        <p:spPr>
          <a:xfrm>
            <a:off x="0" y="4215384"/>
            <a:ext cx="12192000" cy="2642616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5316" y="1406284"/>
            <a:ext cx="10593694" cy="2597841"/>
          </a:xfrm>
        </p:spPr>
        <p:txBody>
          <a:bodyPr anchor="b">
            <a:normAutofit/>
          </a:bodyPr>
          <a:lstStyle>
            <a:lvl1pPr algn="ctr">
              <a:lnSpc>
                <a:spcPct val="125000"/>
              </a:lnSpc>
              <a:defRPr sz="4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18312" y="4527856"/>
            <a:ext cx="6559018" cy="1570245"/>
          </a:xfrm>
        </p:spPr>
        <p:txBody>
          <a:bodyPr anchor="t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400" b="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1E2E75-4758-4930-8024-39287C962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8B9949-402C-42C2-9A94-16590FC0C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39D83F6-DAF4-4876-AA41-F246EC970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13A19-DDA2-44F6-9ED4-F87771C684B8}"/>
              </a:ext>
            </a:extLst>
          </p:cNvPr>
          <p:cNvSpPr/>
          <p:nvPr/>
        </p:nvSpPr>
        <p:spPr>
          <a:xfrm>
            <a:off x="0" y="4215384"/>
            <a:ext cx="1218895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5343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376670" y="705114"/>
            <a:ext cx="6172412" cy="2403846"/>
          </a:xfrm>
        </p:spPr>
        <p:txBody>
          <a:bodyPr anchor="b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70" y="3749040"/>
            <a:ext cx="6172411" cy="2346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6B9B5-A5D1-4099-B52B-78F39AB0AFCB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875859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67" y="658999"/>
            <a:ext cx="6166422" cy="457200"/>
          </a:xfrm>
        </p:spPr>
        <p:txBody>
          <a:bodyPr anchor="b">
            <a:normAutofit/>
          </a:bodyPr>
          <a:lstStyle>
            <a:lvl1pPr marL="0" indent="0">
              <a:lnSpc>
                <a:spcPct val="130000"/>
              </a:lnSpc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68" y="1116199"/>
            <a:ext cx="6166422" cy="20621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376668" y="3623098"/>
            <a:ext cx="6166421" cy="457200"/>
          </a:xfrm>
        </p:spPr>
        <p:txBody>
          <a:bodyPr anchor="b">
            <a:normAutofit/>
          </a:bodyPr>
          <a:lstStyle>
            <a:lvl1pPr marL="0" indent="0">
              <a:lnSpc>
                <a:spcPct val="99000"/>
              </a:lnSpc>
              <a:buNone/>
              <a:defRPr lang="en-US" sz="1800" b="1" kern="1200" cap="all" spc="15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76670" y="4102370"/>
            <a:ext cx="6166419" cy="206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26B370B-8381-431F-9492-0EA120511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A89085-2231-4A9C-B23C-B199A9DD26C5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15215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CD215-1C45-48A0-8534-39FFE8A7C95A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94837D5C-EE88-BE2B-5940-6A8E20CAE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D6331A-AE6C-3009-DDD4-1671FF7E0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D7D28B-DE67-0B99-CDEB-A037FFC56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B9F3E3-6134-5423-F75E-B36E71A652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1F677F-A1EC-4CDA-E80E-4B3695465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1E2C06-C49E-A5AA-07A3-D134EFA3D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BA39D8-E4F7-CD36-B80A-49D228C0FC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6F4721-4B2C-0638-8409-054F6738E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8947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CF41D3-C6B9-4E99-9321-87C4E216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BC6EB-07B1-46AF-AC33-E998BC6AA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3A0C1-6562-4819-9E88-4C1378FD5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22554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CA29BA-0143-49FF-8608-DB1623D99537}"/>
              </a:ext>
            </a:extLst>
          </p:cNvPr>
          <p:cNvSpPr/>
          <p:nvPr/>
        </p:nvSpPr>
        <p:spPr>
          <a:xfrm>
            <a:off x="0" y="0"/>
            <a:ext cx="8248592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53015" y="640079"/>
            <a:ext cx="2796066" cy="2551751"/>
          </a:xfrm>
        </p:spPr>
        <p:txBody>
          <a:bodyPr anchor="b">
            <a:normAutofit/>
          </a:bodyPr>
          <a:lstStyle>
            <a:lvl1pPr algn="l">
              <a:lnSpc>
                <a:spcPct val="135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8818" y="640078"/>
            <a:ext cx="6969693" cy="545592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753015" y="3223803"/>
            <a:ext cx="2796066" cy="2872197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10CF18-370D-4E80-AE4C-396FFDFCAE5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5EBFE9C-5A22-4462-9C51-E00C03F55C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53015" y="6309360"/>
            <a:ext cx="1734207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EBBFF2E-AA66-4B76-9139-CB000B5A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8818" y="6309360"/>
            <a:ext cx="6993867" cy="457200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44F64C4-BF20-4F6B-B650-57C71C828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40893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4996" y="640079"/>
            <a:ext cx="2714085" cy="2695903"/>
          </a:xfrm>
        </p:spPr>
        <p:txBody>
          <a:bodyPr anchor="b">
            <a:noAutofit/>
          </a:bodyPr>
          <a:lstStyle>
            <a:lvl1pPr algn="l"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248592" cy="6857999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834996" y="3429000"/>
            <a:ext cx="2714085" cy="2508026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949BC8-9ABF-49F6-851C-5DB0B86CA70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1EE21-E3FA-4D43-B224-C664959637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34997" y="6309360"/>
            <a:ext cx="1645920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D7F83-8993-4ED4-9F02-663CC0850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3678B7-E511-4CE1-BEE5-89E959B9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309360"/>
            <a:ext cx="4946592" cy="457200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63196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523653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7965" y="507037"/>
            <a:ext cx="1571626" cy="5339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700" y="524373"/>
            <a:ext cx="5959577" cy="53225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77965" y="6296615"/>
            <a:ext cx="2505996" cy="365125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33699" y="6296615"/>
            <a:ext cx="5959577" cy="365125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5400000">
            <a:off x="8734643" y="2853201"/>
            <a:ext cx="5383267" cy="604269"/>
          </a:xfrm>
        </p:spPr>
        <p:txBody>
          <a:bodyPr/>
          <a:lstStyle>
            <a:lvl1pPr algn="l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 title="Rule Line">
            <a:extLst>
              <a:ext uri="{FF2B5EF4-FFF2-40B4-BE49-F238E27FC236}">
                <a16:creationId xmlns:a16="http://schemas.microsoft.com/office/drawing/2014/main" id="{A1005B08-D2D4-455C-AA62-1200E43E7AF9}"/>
              </a:ext>
            </a:extLst>
          </p:cNvPr>
          <p:cNvCxnSpPr/>
          <p:nvPr/>
        </p:nvCxnSpPr>
        <p:spPr>
          <a:xfrm>
            <a:off x="9111582" y="571502"/>
            <a:ext cx="0" cy="5275467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21572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BF5F5DFA-1BC3-4062-9356-6145C9F7C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5D461-AEC0-477F-A77A-6227F95A8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75813" y="0"/>
            <a:ext cx="4016188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1A041D-DE47-45FA-AC78-CC7FD0257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1031500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614254-52EF-4F58-99B1-CDA7C39223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134" y="1095508"/>
            <a:ext cx="8203482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D3B3ABA-0408-41EA-935D-D4F4586AA8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7178" y="1361923"/>
            <a:ext cx="6623040" cy="1421898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EA5BF-04A6-2B17-0703-8419C4DB97F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87399" y="2916772"/>
            <a:ext cx="6622819" cy="2852639"/>
          </a:xfrm>
        </p:spPr>
        <p:txBody>
          <a:bodyPr anchor="t"/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2000" b="0"/>
            </a:lvl1pPr>
            <a:lvl2pPr>
              <a:lnSpc>
                <a:spcPct val="125000"/>
              </a:lnSpc>
              <a:spcAft>
                <a:spcPts val="600"/>
              </a:spcAft>
              <a:defRPr/>
            </a:lvl2pPr>
            <a:lvl3pPr>
              <a:lnSpc>
                <a:spcPct val="125000"/>
              </a:lnSpc>
              <a:spcAft>
                <a:spcPts val="600"/>
              </a:spcAft>
              <a:defRPr/>
            </a:lvl3pPr>
            <a:lvl4pPr>
              <a:lnSpc>
                <a:spcPct val="125000"/>
              </a:lnSpc>
              <a:spcAft>
                <a:spcPts val="600"/>
              </a:spcAft>
              <a:defRPr/>
            </a:lvl4pPr>
            <a:lvl5pPr>
              <a:lnSpc>
                <a:spcPct val="125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37301C-2B9B-4119-9002-BD6DB2AB8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6144405"/>
            <a:ext cx="815008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2738D-D0ED-4899-A01C-42439B5B3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6532" y="6167615"/>
            <a:ext cx="398241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ED261D-45B9-40C1-8341-8B8B796E8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6112401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ooter Placeholder 7">
            <a:extLst>
              <a:ext uri="{FF2B5EF4-FFF2-40B4-BE49-F238E27FC236}">
                <a16:creationId xmlns:a16="http://schemas.microsoft.com/office/drawing/2014/main" id="{182CF530-D736-4104-8678-850EEDF99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7178" y="6309360"/>
            <a:ext cx="6623040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9" name="Date Placeholder 5">
            <a:extLst>
              <a:ext uri="{FF2B5EF4-FFF2-40B4-BE49-F238E27FC236}">
                <a16:creationId xmlns:a16="http://schemas.microsoft.com/office/drawing/2014/main" id="{8DEDB7CE-711E-4E43-9450-4C7BECE2FC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79537" y="6309360"/>
            <a:ext cx="1885598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9">
            <a:extLst>
              <a:ext uri="{FF2B5EF4-FFF2-40B4-BE49-F238E27FC236}">
                <a16:creationId xmlns:a16="http://schemas.microsoft.com/office/drawing/2014/main" id="{F5D9588C-9E6B-42F6-8B42-D18388626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23953F-BF80-48E0-8282-62907D6C2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42523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79D74E-6357-D3E7-30C0-09B4B82BA3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3482" y="1095507"/>
            <a:ext cx="3997653" cy="501689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75342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7E77A60-3019-43AE-AA38-E130C04CF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FDBF0FB-88D2-4271-BFAF-D129CF8C2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0325" y="-4078"/>
            <a:ext cx="5787773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62B807B-6DFA-471C-B675-016416207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1031500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555D4C0-9882-489D-AD77-A9F38B378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1095508"/>
            <a:ext cx="5742273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8EC5ED-FCAE-682A-C050-58786819E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416" y="1316736"/>
            <a:ext cx="5120640" cy="3392424"/>
          </a:xfrm>
        </p:spPr>
        <p:txBody>
          <a:bodyPr anchor="b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15C8BDC7-F09C-40A3-B14E-9A49781EE6C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749828" y="4816366"/>
            <a:ext cx="5125300" cy="1068929"/>
          </a:xfrm>
        </p:spPr>
        <p:txBody>
          <a:bodyPr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 b="0"/>
            </a:lvl1pPr>
          </a:lstStyle>
          <a:p>
            <a:r>
              <a:rPr lang="en-US" sz="2000" dirty="0">
                <a:solidFill>
                  <a:schemeClr val="tx2"/>
                </a:solidFill>
              </a:rPr>
              <a:t>Click to add subtitle</a:t>
            </a:r>
          </a:p>
        </p:txBody>
      </p:sp>
      <p:sp>
        <p:nvSpPr>
          <p:cNvPr id="40" name="Picture Placeholder 38">
            <a:extLst>
              <a:ext uri="{FF2B5EF4-FFF2-40B4-BE49-F238E27FC236}">
                <a16:creationId xmlns:a16="http://schemas.microsoft.com/office/drawing/2014/main" id="{AB2070F4-085F-4F8D-A1E8-A58E5F8F068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6099" y="1095509"/>
            <a:ext cx="6391656" cy="5016892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47A5DB4-1ED7-4630-89AF-F1802E44E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144405"/>
            <a:ext cx="644667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E5D4012-4107-490F-A369-EA7063242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6167615"/>
            <a:ext cx="5742273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95C79E2-9EA5-4713-B4AF-0E4572CFF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6112249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74C09E2-06F0-4230-8DAD-A0DBF01F8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79494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7427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tent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5C341663-7159-49AD-AAF3-4B3C490D81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0F2EB12-394C-40E4-9186-CBD6635B5D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77552" y="0"/>
            <a:ext cx="751444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53F9468C-8821-4670-9C7C-78E7D7586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41023" y="167463"/>
            <a:ext cx="6408058" cy="1580890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78806-0532-B92A-4326-73941B4232E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0" y="0"/>
            <a:ext cx="4613275" cy="6858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83D2425-8E71-4C9D-8737-018CE44525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21655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EB24183-BE19-B810-4EF4-D9959CAD150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140405" y="1959427"/>
            <a:ext cx="6408665" cy="4161653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  <a:lvl2pPr>
              <a:lnSpc>
                <a:spcPct val="100000"/>
              </a:lnSpc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Aft>
                <a:spcPts val="600"/>
              </a:spcAft>
              <a:defRPr sz="1800"/>
            </a:lvl4pPr>
            <a:lvl5pPr>
              <a:lnSpc>
                <a:spcPct val="100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D15B6AB-EFBA-3087-EC3D-8DA945B7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40405" y="6309360"/>
            <a:ext cx="3982428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pPr algn="l"/>
            <a:r>
              <a:rPr lang="en-US" dirty="0"/>
              <a:t>Presentation Title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6A3371A6-1409-7906-744F-59D906DF67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8415" y="6309360"/>
            <a:ext cx="1215204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9/8/20XX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546652F-6212-09E9-1A75-28F7C8EEF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84187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DF88512-9E62-4695-B350-39488566A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CD596D-95F4-4C5C-A0E7-86D747FE70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553E9F-DCBF-4BEE-A261-5AA97361A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9B0EB0-AEBA-44ED-BC77-4188C74861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35371" y="962423"/>
            <a:ext cx="10013710" cy="1216152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52AD8E1-37CB-EB1E-9394-A293E1F2107F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542563" y="2590800"/>
            <a:ext cx="6441412" cy="3718557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3464">
              <a:lnSpc>
                <a:spcPct val="125000"/>
              </a:lnSpc>
              <a:spcAft>
                <a:spcPts val="600"/>
              </a:spcAft>
              <a:defRPr sz="1800"/>
            </a:lvl2pPr>
            <a:lvl3pPr marL="566928">
              <a:lnSpc>
                <a:spcPct val="125000"/>
              </a:lnSpc>
              <a:spcAft>
                <a:spcPts val="600"/>
              </a:spcAft>
              <a:defRPr sz="1800"/>
            </a:lvl3pPr>
            <a:lvl4pPr marL="850392">
              <a:lnSpc>
                <a:spcPct val="125000"/>
              </a:lnSpc>
              <a:spcAft>
                <a:spcPts val="600"/>
              </a:spcAft>
              <a:defRPr sz="1800"/>
            </a:lvl4pPr>
            <a:lvl5pPr marL="1133856"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B37B294-6F01-986D-E8E5-119AE9A8F2BE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97362" y="2590800"/>
            <a:ext cx="3522849" cy="3718557"/>
          </a:xfrm>
        </p:spPr>
        <p:txBody>
          <a:bodyPr anchor="t">
            <a:normAutofit/>
          </a:bodyPr>
          <a:lstStyle>
            <a:lvl1pPr marL="285750" indent="-285750">
              <a:lnSpc>
                <a:spcPct val="125000"/>
              </a:lnSpc>
              <a:spcAft>
                <a:spcPts val="600"/>
              </a:spcAft>
              <a:buFont typeface="Wingdings" panose="05000000000000000000" pitchFamily="2" charset="2"/>
              <a:buChar char="§"/>
              <a:defRPr sz="1800" b="0"/>
            </a:lvl1pPr>
            <a:lvl2pPr>
              <a:lnSpc>
                <a:spcPct val="125000"/>
              </a:lnSpc>
              <a:spcAft>
                <a:spcPts val="600"/>
              </a:spcAft>
              <a:defRPr sz="1800"/>
            </a:lvl2pPr>
            <a:lvl3pPr>
              <a:lnSpc>
                <a:spcPct val="125000"/>
              </a:lnSpc>
              <a:spcAft>
                <a:spcPts val="600"/>
              </a:spcAft>
              <a:defRPr sz="1800"/>
            </a:lvl3pPr>
            <a:lvl4pPr>
              <a:lnSpc>
                <a:spcPct val="125000"/>
              </a:lnSpc>
              <a:spcAft>
                <a:spcPts val="600"/>
              </a:spcAft>
              <a:defRPr sz="1800"/>
            </a:lvl4pPr>
            <a:lvl5pPr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78DD10-67BC-4E87-A788-A45C6093F5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769F5-486B-4B48-A543-2C70359DF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B47BB165-F380-48C4-B95B-C09C91893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371" y="6309360"/>
            <a:ext cx="5049579" cy="457200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0805E9B-6657-4167-BD79-CAC59C0D8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0EFA1AD-93FB-148E-CFC6-A6E5D99674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8168" y="6309360"/>
            <a:ext cx="2148840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9/8/20XX</a:t>
            </a:r>
          </a:p>
        </p:txBody>
      </p:sp>
    </p:spTree>
    <p:extLst>
      <p:ext uri="{BB962C8B-B14F-4D97-AF65-F5344CB8AC3E}">
        <p14:creationId xmlns:p14="http://schemas.microsoft.com/office/powerpoint/2010/main" val="16164776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3DC2F0A-1748-49AE-AF72-D6BBB4F8FE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3DF7B1-E0C5-4E09-BB5C-F11EA14D7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66789"/>
            <a:ext cx="6833381" cy="25942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BC678EC-E47C-4AC2-A75A-7022CECD00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34622" y="848455"/>
            <a:ext cx="5102365" cy="2601914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74E69A-5ABD-42DF-A2B0-997A62625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3063" y="920164"/>
            <a:ext cx="1070775" cy="24661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2B6D0A-4A1F-4B59-B429-AD3FABC74F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B66529-F6B7-4C1C-8291-8139628DF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48456"/>
            <a:ext cx="6833382" cy="7170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2245B9-34B5-4F89-8EA6-C018B9D4FA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58023" y="3442673"/>
            <a:ext cx="5333977" cy="34153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0814BE-76E8-43EC-9616-A1F02F053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396996"/>
            <a:ext cx="1219200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8AAA0A6-9D4B-4AA2-82F0-77E5ECF4B6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386762" y="3928342"/>
            <a:ext cx="4162319" cy="2285000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17" name="Footer Placeholder 12">
            <a:extLst>
              <a:ext uri="{FF2B5EF4-FFF2-40B4-BE49-F238E27FC236}">
                <a16:creationId xmlns:a16="http://schemas.microsoft.com/office/drawing/2014/main" id="{8E3FFD99-95F0-47A4-8642-FB9FECEC4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5917" y="6309360"/>
            <a:ext cx="4946592" cy="457200"/>
          </a:xfrm>
        </p:spPr>
        <p:txBody>
          <a:bodyPr/>
          <a:lstStyle>
            <a:lvl1pPr>
              <a:defRPr lang="en-US" sz="12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727536-E532-4015-A178-0ABB6B09C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3989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Date Placeholder 11">
            <a:extLst>
              <a:ext uri="{FF2B5EF4-FFF2-40B4-BE49-F238E27FC236}">
                <a16:creationId xmlns:a16="http://schemas.microsoft.com/office/drawing/2014/main" id="{22977876-C29D-4D32-9948-303465AEC3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77730" y="6309360"/>
            <a:ext cx="2736329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6A7BC11E-2EF0-4989-9A7E-7AB377DB8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557ABF-B75C-BD78-1A04-E483A57A9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7712" y="0"/>
            <a:ext cx="5728216" cy="8455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8385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EA8D8870-8337-4ABD-9EA6-3D5AAB7E4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AC3B2DB-2CCA-4BD4-8D63-98257049E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itle 1">
            <a:extLst>
              <a:ext uri="{FF2B5EF4-FFF2-40B4-BE49-F238E27FC236}">
                <a16:creationId xmlns:a16="http://schemas.microsoft.com/office/drawing/2014/main" id="{324DAAC3-FA37-4838-A298-327679F99F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86629" y="825687"/>
            <a:ext cx="9643772" cy="5201730"/>
          </a:xfrm>
        </p:spPr>
        <p:txBody>
          <a:bodyPr tIns="182880" anchor="ctr" anchorCtr="0">
            <a:noAutofit/>
          </a:bodyPr>
          <a:lstStyle>
            <a:lvl1pPr algn="l">
              <a:lnSpc>
                <a:spcPct val="100000"/>
              </a:lnSpc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en-US" sz="4400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B792E4C-AD3B-4E88-8540-E757597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A32632F-9ED1-4328-BBE3-B4E014156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A124D3C-01E3-4B96-BDF0-54851D173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7A64FF-37A7-4837-8033-CBEA22697E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C0C09F-8990-542B-199E-E6FADE2FEE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6F60C3-341E-9533-2415-66360A254A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753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786F82F-1B47-46ED-8EAE-53EF71E59E9A}"/>
              </a:ext>
            </a:extLst>
          </p:cNvPr>
          <p:cNvSpPr/>
          <p:nvPr/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2918" y="705113"/>
            <a:ext cx="3411973" cy="5197498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71" y="705113"/>
            <a:ext cx="6172412" cy="5197497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2917" y="6309360"/>
            <a:ext cx="3411973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76670" y="6309360"/>
            <a:ext cx="494659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9202" y="6309360"/>
            <a:ext cx="979879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1BAF6F-6275-4646-9C59-331B29B9550F}"/>
              </a:ext>
            </a:extLst>
          </p:cNvPr>
          <p:cNvSpPr/>
          <p:nvPr/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548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700" r:id="rId13"/>
    <p:sldLayoutId id="2147483701" r:id="rId14"/>
    <p:sldLayoutId id="2147483704" r:id="rId15"/>
    <p:sldLayoutId id="2147483709" r:id="rId16"/>
    <p:sldLayoutId id="2147483682" r:id="rId17"/>
  </p:sldLayoutIdLst>
  <p:hf sldNum="0" hdr="0" ftr="0" dt="0"/>
  <p:txStyles>
    <p:titleStyle>
      <a:lvl1pPr algn="l" defTabSz="914400" rtl="0" eaLnBrk="1" latinLnBrk="0" hangingPunct="1">
        <a:lnSpc>
          <a:spcPct val="150000"/>
        </a:lnSpc>
        <a:spcBef>
          <a:spcPct val="0"/>
        </a:spcBef>
        <a:buNone/>
        <a:defRPr sz="3600" b="1" kern="1200" spc="1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800" b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6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2024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6pPr>
      <a:lvl7pPr marL="224028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7pPr>
      <a:lvl8pPr marL="256032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8pPr>
      <a:lvl9pPr marL="288036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48">
          <p15:clr>
            <a:srgbClr val="F26B43"/>
          </p15:clr>
        </p15:guide>
        <p15:guide id="2" orient="horz" pos="3960">
          <p15:clr>
            <a:srgbClr val="F26B43"/>
          </p15:clr>
        </p15:guide>
        <p15:guide id="3" orient="horz" pos="1536">
          <p15:clr>
            <a:srgbClr val="F26B43"/>
          </p15:clr>
        </p15:guide>
        <p15:guide id="4" orient="horz" pos="3840">
          <p15:clr>
            <a:srgbClr val="F26B43"/>
          </p15:clr>
        </p15:guide>
        <p15:guide id="5" pos="4416">
          <p15:clr>
            <a:srgbClr val="F26B43"/>
          </p15:clr>
        </p15:guide>
        <p15:guide id="6" pos="4800">
          <p15:clr>
            <a:srgbClr val="F26B43"/>
          </p15:clr>
        </p15:guide>
        <p15:guide id="7" orient="horz" pos="360">
          <p15:clr>
            <a:srgbClr val="F26B43"/>
          </p15:clr>
        </p15:guide>
        <p15:guide id="8" pos="7368">
          <p15:clr>
            <a:srgbClr val="F26B43"/>
          </p15:clr>
        </p15:guide>
        <p15:guide id="9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14B6A3-5F3E-4909-8ED5-87FE82492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109728" tIns="109728" rIns="109728" bIns="91440" rtlCol="0" anchor="ctr">
            <a:normAutofit/>
          </a:bodyPr>
          <a:lstStyle/>
          <a:p>
            <a:r>
              <a:rPr lang="en-US" dirty="0" err="1"/>
              <a:t>FreeFlow</a:t>
            </a:r>
            <a:r>
              <a:rPr lang="en-US" dirty="0"/>
              <a:t> spas</a:t>
            </a:r>
          </a:p>
        </p:txBody>
      </p:sp>
    </p:spTree>
    <p:extLst>
      <p:ext uri="{BB962C8B-B14F-4D97-AF65-F5344CB8AC3E}">
        <p14:creationId xmlns:p14="http://schemas.microsoft.com/office/powerpoint/2010/main" val="2323907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DE6B89-9484-4E50-8387-C55E031D8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Hot Tub Store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0EB58E2-A9A0-481A-8B5B-381B836CE40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- Main page</a:t>
            </a:r>
          </a:p>
          <a:p>
            <a:r>
              <a:rPr lang="en-US" dirty="0"/>
              <a:t>- Product List</a:t>
            </a:r>
          </a:p>
          <a:p>
            <a:r>
              <a:rPr lang="en-US" dirty="0"/>
              <a:t>- FAQ</a:t>
            </a:r>
          </a:p>
          <a:p>
            <a:r>
              <a:rPr lang="en-US" dirty="0"/>
              <a:t>- Chat page</a:t>
            </a:r>
          </a:p>
        </p:txBody>
      </p:sp>
    </p:spTree>
    <p:extLst>
      <p:ext uri="{BB962C8B-B14F-4D97-AF65-F5344CB8AC3E}">
        <p14:creationId xmlns:p14="http://schemas.microsoft.com/office/powerpoint/2010/main" val="3318299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331CEB84-49DC-40A9-B2F0-D573658AE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416" y="1316736"/>
            <a:ext cx="5120640" cy="1068929"/>
          </a:xfrm>
        </p:spPr>
        <p:txBody>
          <a:bodyPr/>
          <a:lstStyle/>
          <a:p>
            <a:pPr algn="just"/>
            <a:r>
              <a:rPr lang="en-US" dirty="0"/>
              <a:t>Front End</a:t>
            </a:r>
          </a:p>
        </p:txBody>
      </p:sp>
      <p:sp>
        <p:nvSpPr>
          <p:cNvPr id="15" name="Subtitle 14">
            <a:extLst>
              <a:ext uri="{FF2B5EF4-FFF2-40B4-BE49-F238E27FC236}">
                <a16:creationId xmlns:a16="http://schemas.microsoft.com/office/drawing/2014/main" id="{B7886DF7-FA3D-4AD1-AEC1-578EA3AC8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49828" y="2385666"/>
            <a:ext cx="5125300" cy="3499630"/>
          </a:xfrm>
        </p:spPr>
        <p:txBody>
          <a:bodyPr/>
          <a:lstStyle/>
          <a:p>
            <a:r>
              <a:rPr lang="en-US" dirty="0"/>
              <a:t>- HTML</a:t>
            </a:r>
          </a:p>
          <a:p>
            <a:r>
              <a:rPr lang="en-US" dirty="0"/>
              <a:t>- CSS</a:t>
            </a:r>
          </a:p>
          <a:p>
            <a:endParaRPr lang="en-US" dirty="0"/>
          </a:p>
          <a:p>
            <a:r>
              <a:rPr lang="en-US" dirty="0"/>
              <a:t> 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0CEB905B-7FDD-4B1A-96BF-B5A081A25FC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972" r="2972"/>
          <a:stretch/>
        </p:blipFill>
        <p:spPr/>
      </p:pic>
    </p:spTree>
    <p:extLst>
      <p:ext uri="{BB962C8B-B14F-4D97-AF65-F5344CB8AC3E}">
        <p14:creationId xmlns:p14="http://schemas.microsoft.com/office/powerpoint/2010/main" val="2779792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B65A9-1ACB-EE49-7672-A927F8F34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End</a:t>
            </a:r>
          </a:p>
        </p:txBody>
      </p:sp>
      <p:pic>
        <p:nvPicPr>
          <p:cNvPr id="9" name="Content Placeholder 8" descr="Person alone in an office">
            <a:extLst>
              <a:ext uri="{FF2B5EF4-FFF2-40B4-BE49-F238E27FC236}">
                <a16:creationId xmlns:a16="http://schemas.microsoft.com/office/drawing/2014/main" id="{2C6BF86C-38BB-3B7E-9F36-9166C538BD1D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0" y="1038"/>
            <a:ext cx="4613275" cy="6855923"/>
          </a:xfr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BAABBD-8A7F-A90C-3E5F-9B47E6255AA6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>
            <a:normAutofit/>
          </a:bodyPr>
          <a:lstStyle/>
          <a:p>
            <a:r>
              <a:rPr lang="en-US" dirty="0"/>
              <a:t>- Flask.js</a:t>
            </a:r>
          </a:p>
          <a:p>
            <a:r>
              <a:rPr lang="en-US" dirty="0"/>
              <a:t>- Chatbot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108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30E0F-10C6-298A-C347-E831FFF4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Known 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1CC7-9CF2-71F0-1AD4-791EA9CBAD9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542563" y="2590800"/>
            <a:ext cx="10013710" cy="3718557"/>
          </a:xfrm>
        </p:spPr>
        <p:txBody>
          <a:bodyPr>
            <a:norm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637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4081DB-1923-4878-AB15-AD54F35A1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 dirty="0"/>
              <a:t>Q &amp; A</a:t>
            </a:r>
          </a:p>
        </p:txBody>
      </p:sp>
    </p:spTree>
    <p:extLst>
      <p:ext uri="{BB962C8B-B14F-4D97-AF65-F5344CB8AC3E}">
        <p14:creationId xmlns:p14="http://schemas.microsoft.com/office/powerpoint/2010/main" val="798203993"/>
      </p:ext>
    </p:extLst>
  </p:cSld>
  <p:clrMapOvr>
    <a:masterClrMapping/>
  </p:clrMapOvr>
</p:sld>
</file>

<file path=ppt/theme/theme1.xml><?xml version="1.0" encoding="utf-8"?>
<a:theme xmlns:a="http://schemas.openxmlformats.org/drawingml/2006/main" name="ShojiVTI">
  <a:themeElements>
    <a:clrScheme name="Shoji">
      <a:dk1>
        <a:sysClr val="windowText" lastClr="000000"/>
      </a:dk1>
      <a:lt1>
        <a:sysClr val="window" lastClr="FFFFFF"/>
      </a:lt1>
      <a:dk2>
        <a:srgbClr val="595460"/>
      </a:dk2>
      <a:lt2>
        <a:srgbClr val="EBEDEB"/>
      </a:lt2>
      <a:accent1>
        <a:srgbClr val="97A7B8"/>
      </a:accent1>
      <a:accent2>
        <a:srgbClr val="A5B592"/>
      </a:accent2>
      <a:accent3>
        <a:srgbClr val="CED228"/>
      </a:accent3>
      <a:accent4>
        <a:srgbClr val="D1C499"/>
      </a:accent4>
      <a:accent5>
        <a:srgbClr val="BDB3B6"/>
      </a:accent5>
      <a:accent6>
        <a:srgbClr val="C5A98D"/>
      </a:accent6>
      <a:hlink>
        <a:srgbClr val="CC9900"/>
      </a:hlink>
      <a:folHlink>
        <a:srgbClr val="96A9A9"/>
      </a:folHlink>
    </a:clrScheme>
    <a:fontScheme name="Custom 7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Feathered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tint val="50000"/>
              <a:shade val="83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25400" dir="5400000" algn="ctr" rotWithShape="0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hojiVTI" id="{00D0DDEB-E771-48E5-9E96-0647434F08B1}" vid="{9D22D596-7FD0-4F89-958C-AD79A09491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F36CB81-A037-44A8-88EB-C0C0F17FD4B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7FF477C-132F-44F8-8C56-EBFF95FAF97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2C1AA24C-4CA6-40FF-8947-DA1F6F4745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{FAB571A8-A921-456E-AFBD-C93741981C14}TF2b9189fa-8f70-44c5-a025-8c7b018ae2a95a18b6f7_win32-f1ac09ee8c52</Template>
  <TotalTime>1138</TotalTime>
  <Words>42</Words>
  <Application>Microsoft Office PowerPoint</Application>
  <PresentationFormat>Widescreen</PresentationFormat>
  <Paragraphs>22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Meiryo</vt:lpstr>
      <vt:lpstr>Calibri</vt:lpstr>
      <vt:lpstr>Corbel</vt:lpstr>
      <vt:lpstr>Wingdings</vt:lpstr>
      <vt:lpstr>ShojiVTI</vt:lpstr>
      <vt:lpstr>FreeFlow spas</vt:lpstr>
      <vt:lpstr>Hot Tub Store</vt:lpstr>
      <vt:lpstr>Front End</vt:lpstr>
      <vt:lpstr>Back End</vt:lpstr>
      <vt:lpstr>Known Issues</vt:lpstr>
      <vt:lpstr>Q &amp; 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FreeFlow spas</dc:title>
  <dc:creator>Larsen, Julia</dc:creator>
  <cp:lastModifiedBy>Liz Larsen</cp:lastModifiedBy>
  <cp:revision>1</cp:revision>
  <dcterms:created xsi:type="dcterms:W3CDTF">2025-12-01T20:28:45Z</dcterms:created>
  <dcterms:modified xsi:type="dcterms:W3CDTF">2025-12-02T15:27:14Z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