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3"/>
  </p:notesMasterIdLst>
  <p:handoutMasterIdLst>
    <p:handoutMasterId r:id="rId14"/>
  </p:handoutMasterIdLst>
  <p:sldIdLst>
    <p:sldId id="315" r:id="rId5"/>
    <p:sldId id="318" r:id="rId6"/>
    <p:sldId id="266" r:id="rId7"/>
    <p:sldId id="271" r:id="rId8"/>
    <p:sldId id="309" r:id="rId9"/>
    <p:sldId id="316" r:id="rId10"/>
    <p:sldId id="317" r:id="rId11"/>
    <p:sldId id="29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5" autoAdjust="0"/>
    <p:restoredTop sz="95408" autoAdjust="0"/>
  </p:normalViewPr>
  <p:slideViewPr>
    <p:cSldViewPr snapToGrid="0">
      <p:cViewPr varScale="1">
        <p:scale>
          <a:sx n="109" d="100"/>
          <a:sy n="109" d="100"/>
        </p:scale>
        <p:origin x="64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12/3/25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12/3/25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DAA02-50A5-9839-6615-38147E98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87398-7BAF-F3D7-3FAD-ABAD0C1C0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9E751-4770-924A-ED77-4DB677B3D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1F880-6B46-83BD-14A1-D437F3B18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177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E3493-D862-4678-924F-A885CA833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04B000-E514-209A-008D-4A2DAC0F3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32636-2DFE-5BD7-E9F9-587F00F92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8F6BB-FF65-B2F8-80D6-07F3ED6E9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03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BB921-4ED0-265B-2DD5-696DF3867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A3742-2A02-B487-B474-8400AB58F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DBF20-EA72-FD3A-B4EF-753316540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B92DF-A672-A12A-E7E4-1FEF535CE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87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12/3/25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42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18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38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700" r:id="rId13"/>
    <p:sldLayoutId id="2147483701" r:id="rId14"/>
    <p:sldLayoutId id="2147483709" r:id="rId15"/>
    <p:sldLayoutId id="2147483682" r:id="rId16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 err="1"/>
              <a:t>FreeFlow</a:t>
            </a:r>
            <a:r>
              <a:rPr lang="en-US" dirty="0"/>
              <a:t> spas WEBSITE</a:t>
            </a:r>
            <a:br>
              <a:rPr lang="en-US" dirty="0"/>
            </a:br>
            <a:br>
              <a:rPr lang="en-US" dirty="0"/>
            </a:br>
            <a:r>
              <a:rPr lang="en-US" sz="1600" dirty="0"/>
              <a:t>Davis Stryer AND Julia Larsen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D0809-2CE7-0E54-0037-DBFB73637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D11B0A-8BE0-99C4-E997-6F9F2D260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Purpose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677190-F3DF-D438-4F03-56ACF4DAA66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 ecommerce website to display hot tubs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Demonstrate concept of AI salesperson chatbot</a:t>
            </a:r>
          </a:p>
        </p:txBody>
      </p:sp>
    </p:spTree>
    <p:extLst>
      <p:ext uri="{BB962C8B-B14F-4D97-AF65-F5344CB8AC3E}">
        <p14:creationId xmlns:p14="http://schemas.microsoft.com/office/powerpoint/2010/main" val="1258419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Pages – Hot Tub Store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Home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Product 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FAQ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Chat page</a:t>
            </a:r>
          </a:p>
        </p:txBody>
      </p:sp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1068929"/>
          </a:xfrm>
        </p:spPr>
        <p:txBody>
          <a:bodyPr/>
          <a:lstStyle/>
          <a:p>
            <a:pPr algn="just"/>
            <a:r>
              <a:rPr lang="en-US" dirty="0"/>
              <a:t>Frontend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9828" y="2385666"/>
            <a:ext cx="5125300" cy="349963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HTMX for reactivity</a:t>
            </a:r>
          </a:p>
        </p:txBody>
      </p:sp>
      <p:pic>
        <p:nvPicPr>
          <p:cNvPr id="6" name="Picture Placeholder 5" descr="A collage of a hot tub&#10;&#10;AI-generated content may be incorrect.">
            <a:extLst>
              <a:ext uri="{FF2B5EF4-FFF2-40B4-BE49-F238E27FC236}">
                <a16:creationId xmlns:a16="http://schemas.microsoft.com/office/drawing/2014/main" id="{45A2C7EA-2C31-EE8B-9FFB-0A2624D0778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8192" r="1819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65A9-1ACB-EE49-7672-A927F8F3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</a:t>
            </a:r>
          </a:p>
        </p:txBody>
      </p:sp>
      <p:pic>
        <p:nvPicPr>
          <p:cNvPr id="9" name="Content Placeholder 8" descr="Person alone in an office">
            <a:extLst>
              <a:ext uri="{FF2B5EF4-FFF2-40B4-BE49-F238E27FC236}">
                <a16:creationId xmlns:a16="http://schemas.microsoft.com/office/drawing/2014/main" id="{2C6BF86C-38BB-3B7E-9F36-9166C538BD1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038"/>
            <a:ext cx="4613275" cy="6855923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AABBD-8A7F-A90C-3E5F-9B47E6255AA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Flask (Python)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Groq</a:t>
            </a:r>
            <a:r>
              <a:rPr lang="en-US" dirty="0"/>
              <a:t> AI inference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Deployed to Heroku</a:t>
            </a:r>
          </a:p>
        </p:txBody>
      </p:sp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D3649-29F0-060F-9FB0-ED53AF40A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846AF-D2B7-6D16-1F33-6EFAAA10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Chatbot - Tubby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61F7E-D98C-A114-7372-F0155FCEBBB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Meta Llama 4 Scout 17b-16e-instruct 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 access to a Json file with all hot tub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Given instructions to format text properly and have predictable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Temperature 0.5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Content Placeholder 6" descr="Two people with speech bubbles">
            <a:extLst>
              <a:ext uri="{FF2B5EF4-FFF2-40B4-BE49-F238E27FC236}">
                <a16:creationId xmlns:a16="http://schemas.microsoft.com/office/drawing/2014/main" id="{65665407-F31C-4F53-62CB-CC9DD009F663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0" y="344543"/>
            <a:ext cx="4613275" cy="6168914"/>
          </a:xfrm>
        </p:spPr>
      </p:pic>
    </p:spTree>
    <p:extLst>
      <p:ext uri="{BB962C8B-B14F-4D97-AF65-F5344CB8AC3E}">
        <p14:creationId xmlns:p14="http://schemas.microsoft.com/office/powerpoint/2010/main" val="3855332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AB069-1122-9545-983C-1E1E3A0A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8CD9A0-7EC4-CD64-7249-D2B4EBC4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117957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{FAB571A8-A921-456E-AFBD-C93741981C14}TF2b9189fa-8f70-44c5-a025-8c7b018ae2a95a18b6f7_win32-f1ac09ee8c52</Template>
  <TotalTime>1374</TotalTime>
  <Words>100</Words>
  <Application>Microsoft Macintosh PowerPoint</Application>
  <PresentationFormat>Widescreen</PresentationFormat>
  <Paragraphs>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Meiryo</vt:lpstr>
      <vt:lpstr>Arial</vt:lpstr>
      <vt:lpstr>Calibri</vt:lpstr>
      <vt:lpstr>Corbel</vt:lpstr>
      <vt:lpstr>ShojiVTI</vt:lpstr>
      <vt:lpstr>FreeFlow spas WEBSITE  Davis Stryer AND Julia Larsen</vt:lpstr>
      <vt:lpstr>Purpose</vt:lpstr>
      <vt:lpstr>Pages – Hot Tub Store</vt:lpstr>
      <vt:lpstr>Frontend</vt:lpstr>
      <vt:lpstr>Backend</vt:lpstr>
      <vt:lpstr>Chatbot - Tubby</vt:lpstr>
      <vt:lpstr>Demonstration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FreeFlow spas</dc:title>
  <dc:creator>Larsen, Julia</dc:creator>
  <cp:lastModifiedBy>Stryer, Davis</cp:lastModifiedBy>
  <cp:revision>8</cp:revision>
  <dcterms:created xsi:type="dcterms:W3CDTF">2025-12-01T20:28:45Z</dcterms:created>
  <dcterms:modified xsi:type="dcterms:W3CDTF">2025-12-03T20:13:57Z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